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775"/>
  </p:normalViewPr>
  <p:slideViewPr>
    <p:cSldViewPr snapToGrid="0">
      <p:cViewPr varScale="1">
        <p:scale>
          <a:sx n="121" d="100"/>
          <a:sy n="121" d="100"/>
        </p:scale>
        <p:origin x="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image" Target="../media/image5.svg"/><Relationship Id="rId16" Type="http://schemas.openxmlformats.org/officeDocument/2006/relationships/image" Target="../media/image19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AC6D3B-5B19-4F78-9A3B-5D7BBCB39F87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BA14FAB-DD1F-44EB-BEEB-B67ABBA0D20A}">
      <dgm:prSet/>
      <dgm:spPr/>
      <dgm:t>
        <a:bodyPr/>
        <a:lstStyle/>
        <a:p>
          <a:pPr>
            <a:defRPr cap="all"/>
          </a:pPr>
          <a:r>
            <a:rPr lang="en-IN"/>
            <a:t>Section 1: Introduction to Dexterous</a:t>
          </a:r>
          <a:endParaRPr lang="en-US"/>
        </a:p>
      </dgm:t>
    </dgm:pt>
    <dgm:pt modelId="{14CAC674-D620-4C24-AC70-1E402FD0B36F}" type="parTrans" cxnId="{36EE2788-F457-4703-8986-17E274349445}">
      <dgm:prSet/>
      <dgm:spPr/>
      <dgm:t>
        <a:bodyPr/>
        <a:lstStyle/>
        <a:p>
          <a:endParaRPr lang="en-US"/>
        </a:p>
      </dgm:t>
    </dgm:pt>
    <dgm:pt modelId="{F490BED9-A22E-41AD-8BF7-521495E9D6D3}" type="sibTrans" cxnId="{36EE2788-F457-4703-8986-17E274349445}">
      <dgm:prSet/>
      <dgm:spPr/>
      <dgm:t>
        <a:bodyPr/>
        <a:lstStyle/>
        <a:p>
          <a:endParaRPr lang="en-US"/>
        </a:p>
      </dgm:t>
    </dgm:pt>
    <dgm:pt modelId="{03D27E3A-3FE4-4FA2-98F0-5C8F94451073}">
      <dgm:prSet/>
      <dgm:spPr/>
      <dgm:t>
        <a:bodyPr/>
        <a:lstStyle/>
        <a:p>
          <a:pPr>
            <a:defRPr cap="all"/>
          </a:pPr>
          <a:r>
            <a:rPr lang="en-IN"/>
            <a:t>Section 2: Literature Survey</a:t>
          </a:r>
          <a:endParaRPr lang="en-US"/>
        </a:p>
      </dgm:t>
    </dgm:pt>
    <dgm:pt modelId="{B57E6997-84B3-48D9-A70D-F4070B65B021}" type="parTrans" cxnId="{B857A807-3953-488F-8114-F515E56259FE}">
      <dgm:prSet/>
      <dgm:spPr/>
      <dgm:t>
        <a:bodyPr/>
        <a:lstStyle/>
        <a:p>
          <a:endParaRPr lang="en-US"/>
        </a:p>
      </dgm:t>
    </dgm:pt>
    <dgm:pt modelId="{94E600BE-06CB-4CD5-B6A7-FD1B13E86534}" type="sibTrans" cxnId="{B857A807-3953-488F-8114-F515E56259FE}">
      <dgm:prSet/>
      <dgm:spPr/>
      <dgm:t>
        <a:bodyPr/>
        <a:lstStyle/>
        <a:p>
          <a:endParaRPr lang="en-US"/>
        </a:p>
      </dgm:t>
    </dgm:pt>
    <dgm:pt modelId="{6C91F3F9-E650-4552-AA29-C0E5681E4781}">
      <dgm:prSet/>
      <dgm:spPr/>
      <dgm:t>
        <a:bodyPr/>
        <a:lstStyle/>
        <a:p>
          <a:pPr>
            <a:defRPr cap="all"/>
          </a:pPr>
          <a:r>
            <a:rPr lang="en-IN"/>
            <a:t>Section 3: Objectives</a:t>
          </a:r>
          <a:endParaRPr lang="en-US"/>
        </a:p>
      </dgm:t>
    </dgm:pt>
    <dgm:pt modelId="{C1199B8B-A6E2-41D4-B54F-A2181B8905A8}" type="parTrans" cxnId="{3C08EC30-2F7F-4F01-99F9-59518DD846CF}">
      <dgm:prSet/>
      <dgm:spPr/>
      <dgm:t>
        <a:bodyPr/>
        <a:lstStyle/>
        <a:p>
          <a:endParaRPr lang="en-US"/>
        </a:p>
      </dgm:t>
    </dgm:pt>
    <dgm:pt modelId="{7351BF0B-DF91-41C6-ABEC-27BDF4AF048E}" type="sibTrans" cxnId="{3C08EC30-2F7F-4F01-99F9-59518DD846CF}">
      <dgm:prSet/>
      <dgm:spPr/>
      <dgm:t>
        <a:bodyPr/>
        <a:lstStyle/>
        <a:p>
          <a:endParaRPr lang="en-US"/>
        </a:p>
      </dgm:t>
    </dgm:pt>
    <dgm:pt modelId="{9AE79849-4D12-48EF-A8B5-3F9DC9CB019A}">
      <dgm:prSet/>
      <dgm:spPr/>
      <dgm:t>
        <a:bodyPr/>
        <a:lstStyle/>
        <a:p>
          <a:pPr>
            <a:defRPr cap="all"/>
          </a:pPr>
          <a:r>
            <a:rPr lang="en-IN"/>
            <a:t>Section 4: Block Diagram and Working Model</a:t>
          </a:r>
          <a:endParaRPr lang="en-US"/>
        </a:p>
      </dgm:t>
    </dgm:pt>
    <dgm:pt modelId="{D5EFAF50-A02E-4EB9-93BF-031BBBF83C6F}" type="parTrans" cxnId="{2CA25BA2-2ABB-4F64-B20D-4517B0AD4724}">
      <dgm:prSet/>
      <dgm:spPr/>
      <dgm:t>
        <a:bodyPr/>
        <a:lstStyle/>
        <a:p>
          <a:endParaRPr lang="en-US"/>
        </a:p>
      </dgm:t>
    </dgm:pt>
    <dgm:pt modelId="{21C5D41B-9084-437A-AE9D-96ED23FA5BAB}" type="sibTrans" cxnId="{2CA25BA2-2ABB-4F64-B20D-4517B0AD4724}">
      <dgm:prSet/>
      <dgm:spPr/>
      <dgm:t>
        <a:bodyPr/>
        <a:lstStyle/>
        <a:p>
          <a:endParaRPr lang="en-US"/>
        </a:p>
      </dgm:t>
    </dgm:pt>
    <dgm:pt modelId="{08DE3C7A-E8F7-4D74-816A-525A595FCA3E}">
      <dgm:prSet/>
      <dgm:spPr/>
      <dgm:t>
        <a:bodyPr/>
        <a:lstStyle/>
        <a:p>
          <a:pPr>
            <a:defRPr cap="all"/>
          </a:pPr>
          <a:r>
            <a:rPr lang="en-IN"/>
            <a:t>Section 5: Industrial Application Diagram</a:t>
          </a:r>
          <a:endParaRPr lang="en-US"/>
        </a:p>
      </dgm:t>
    </dgm:pt>
    <dgm:pt modelId="{EE12648D-1F56-4403-87F8-DA4385F1C989}" type="parTrans" cxnId="{7548D2D7-A708-4B5B-A4A9-84911ADD21DB}">
      <dgm:prSet/>
      <dgm:spPr/>
      <dgm:t>
        <a:bodyPr/>
        <a:lstStyle/>
        <a:p>
          <a:endParaRPr lang="en-US"/>
        </a:p>
      </dgm:t>
    </dgm:pt>
    <dgm:pt modelId="{B98B0CE7-28CD-4F48-9C06-1BFDF13A6AFC}" type="sibTrans" cxnId="{7548D2D7-A708-4B5B-A4A9-84911ADD21DB}">
      <dgm:prSet/>
      <dgm:spPr/>
      <dgm:t>
        <a:bodyPr/>
        <a:lstStyle/>
        <a:p>
          <a:endParaRPr lang="en-US"/>
        </a:p>
      </dgm:t>
    </dgm:pt>
    <dgm:pt modelId="{75A01155-D92E-4022-B06D-FECACCF4E59F}">
      <dgm:prSet/>
      <dgm:spPr/>
      <dgm:t>
        <a:bodyPr/>
        <a:lstStyle/>
        <a:p>
          <a:pPr>
            <a:defRPr cap="all"/>
          </a:pPr>
          <a:r>
            <a:rPr lang="en-IN"/>
            <a:t>Section 6: Hardware and Software Specifications</a:t>
          </a:r>
          <a:endParaRPr lang="en-US"/>
        </a:p>
      </dgm:t>
    </dgm:pt>
    <dgm:pt modelId="{44FD8B42-9DE6-4C99-8A69-5FA4D04A1202}" type="parTrans" cxnId="{BC45B3DE-299C-4412-B789-AF3FADBAE148}">
      <dgm:prSet/>
      <dgm:spPr/>
      <dgm:t>
        <a:bodyPr/>
        <a:lstStyle/>
        <a:p>
          <a:endParaRPr lang="en-US"/>
        </a:p>
      </dgm:t>
    </dgm:pt>
    <dgm:pt modelId="{AFA922DD-80E4-4C59-99B2-77F1A6BFCE40}" type="sibTrans" cxnId="{BC45B3DE-299C-4412-B789-AF3FADBAE148}">
      <dgm:prSet/>
      <dgm:spPr/>
      <dgm:t>
        <a:bodyPr/>
        <a:lstStyle/>
        <a:p>
          <a:endParaRPr lang="en-US"/>
        </a:p>
      </dgm:t>
    </dgm:pt>
    <dgm:pt modelId="{E67B2C5B-A96C-420E-A283-6298A08D98AD}">
      <dgm:prSet/>
      <dgm:spPr/>
      <dgm:t>
        <a:bodyPr/>
        <a:lstStyle/>
        <a:p>
          <a:pPr>
            <a:defRPr cap="all"/>
          </a:pPr>
          <a:r>
            <a:rPr lang="en-IN"/>
            <a:t>Section 7: References</a:t>
          </a:r>
          <a:endParaRPr lang="en-US"/>
        </a:p>
      </dgm:t>
    </dgm:pt>
    <dgm:pt modelId="{8812DF0E-CB38-4988-BB71-514775273221}" type="parTrans" cxnId="{A3ADCC99-2A56-4B37-ABE0-FE1E3D05A626}">
      <dgm:prSet/>
      <dgm:spPr/>
      <dgm:t>
        <a:bodyPr/>
        <a:lstStyle/>
        <a:p>
          <a:endParaRPr lang="en-US"/>
        </a:p>
      </dgm:t>
    </dgm:pt>
    <dgm:pt modelId="{E02F0A67-6702-4A02-A58A-8DCF8F4AE909}" type="sibTrans" cxnId="{A3ADCC99-2A56-4B37-ABE0-FE1E3D05A626}">
      <dgm:prSet/>
      <dgm:spPr/>
      <dgm:t>
        <a:bodyPr/>
        <a:lstStyle/>
        <a:p>
          <a:endParaRPr lang="en-US"/>
        </a:p>
      </dgm:t>
    </dgm:pt>
    <dgm:pt modelId="{1E5A2E90-CD50-46C1-BAC0-9440E80F588C}">
      <dgm:prSet/>
      <dgm:spPr/>
      <dgm:t>
        <a:bodyPr/>
        <a:lstStyle/>
        <a:p>
          <a:pPr>
            <a:defRPr cap="all"/>
          </a:pPr>
          <a:r>
            <a:rPr lang="en-IN"/>
            <a:t>Section 8: Thanks</a:t>
          </a:r>
          <a:endParaRPr lang="en-US"/>
        </a:p>
      </dgm:t>
    </dgm:pt>
    <dgm:pt modelId="{79A4A456-E169-4A03-93A3-A79F839DD32A}" type="parTrans" cxnId="{9512862B-7FD2-4D0A-95B3-97277A2CFEA2}">
      <dgm:prSet/>
      <dgm:spPr/>
      <dgm:t>
        <a:bodyPr/>
        <a:lstStyle/>
        <a:p>
          <a:endParaRPr lang="en-US"/>
        </a:p>
      </dgm:t>
    </dgm:pt>
    <dgm:pt modelId="{92C8359B-365F-45D8-8033-8B4B36753B09}" type="sibTrans" cxnId="{9512862B-7FD2-4D0A-95B3-97277A2CFEA2}">
      <dgm:prSet/>
      <dgm:spPr/>
      <dgm:t>
        <a:bodyPr/>
        <a:lstStyle/>
        <a:p>
          <a:endParaRPr lang="en-US"/>
        </a:p>
      </dgm:t>
    </dgm:pt>
    <dgm:pt modelId="{CE2073A5-52C6-4990-9E48-2AF27EEC7828}" type="pres">
      <dgm:prSet presAssocID="{39AC6D3B-5B19-4F78-9A3B-5D7BBCB39F87}" presName="root" presStyleCnt="0">
        <dgm:presLayoutVars>
          <dgm:dir/>
          <dgm:resizeHandles val="exact"/>
        </dgm:presLayoutVars>
      </dgm:prSet>
      <dgm:spPr/>
    </dgm:pt>
    <dgm:pt modelId="{4A44290B-743A-4755-B69D-3796DF05B0F6}" type="pres">
      <dgm:prSet presAssocID="{ABA14FAB-DD1F-44EB-BEEB-B67ABBA0D20A}" presName="compNode" presStyleCnt="0"/>
      <dgm:spPr/>
    </dgm:pt>
    <dgm:pt modelId="{3128F9B1-7D30-4A8B-A8A2-B49BE2DA494C}" type="pres">
      <dgm:prSet presAssocID="{ABA14FAB-DD1F-44EB-BEEB-B67ABBA0D20A}" presName="iconBgRect" presStyleLbl="bgShp" presStyleIdx="0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38F7B408-B9C1-4F67-88F7-F4FD995DD184}" type="pres">
      <dgm:prSet presAssocID="{ABA14FAB-DD1F-44EB-BEEB-B67ABBA0D20A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385F78CE-AE44-4C32-8895-B5DF82A52ED6}" type="pres">
      <dgm:prSet presAssocID="{ABA14FAB-DD1F-44EB-BEEB-B67ABBA0D20A}" presName="spaceRect" presStyleCnt="0"/>
      <dgm:spPr/>
    </dgm:pt>
    <dgm:pt modelId="{2B3FA66F-12C0-4A1B-BB58-34F027E93992}" type="pres">
      <dgm:prSet presAssocID="{ABA14FAB-DD1F-44EB-BEEB-B67ABBA0D20A}" presName="textRect" presStyleLbl="revTx" presStyleIdx="0" presStyleCnt="8">
        <dgm:presLayoutVars>
          <dgm:chMax val="1"/>
          <dgm:chPref val="1"/>
        </dgm:presLayoutVars>
      </dgm:prSet>
      <dgm:spPr/>
    </dgm:pt>
    <dgm:pt modelId="{F01F70D8-C97B-4E0B-A971-866A2D7919B5}" type="pres">
      <dgm:prSet presAssocID="{F490BED9-A22E-41AD-8BF7-521495E9D6D3}" presName="sibTrans" presStyleCnt="0"/>
      <dgm:spPr/>
    </dgm:pt>
    <dgm:pt modelId="{CB3AD6AA-FFD5-4122-94C8-D8012CC1D483}" type="pres">
      <dgm:prSet presAssocID="{03D27E3A-3FE4-4FA2-98F0-5C8F94451073}" presName="compNode" presStyleCnt="0"/>
      <dgm:spPr/>
    </dgm:pt>
    <dgm:pt modelId="{812019CB-3BE1-4473-ADAC-F757E96C33B1}" type="pres">
      <dgm:prSet presAssocID="{03D27E3A-3FE4-4FA2-98F0-5C8F94451073}" presName="iconBgRect" presStyleLbl="bgShp" presStyleIdx="1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02B5A5E2-1681-4FE5-8F5B-E2EB240503C4}" type="pres">
      <dgm:prSet presAssocID="{03D27E3A-3FE4-4FA2-98F0-5C8F94451073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D43C142C-0663-42B0-8D2F-21BA1B1A4200}" type="pres">
      <dgm:prSet presAssocID="{03D27E3A-3FE4-4FA2-98F0-5C8F94451073}" presName="spaceRect" presStyleCnt="0"/>
      <dgm:spPr/>
    </dgm:pt>
    <dgm:pt modelId="{E65D3C27-2897-4550-97A2-CC5FDD4E2959}" type="pres">
      <dgm:prSet presAssocID="{03D27E3A-3FE4-4FA2-98F0-5C8F94451073}" presName="textRect" presStyleLbl="revTx" presStyleIdx="1" presStyleCnt="8">
        <dgm:presLayoutVars>
          <dgm:chMax val="1"/>
          <dgm:chPref val="1"/>
        </dgm:presLayoutVars>
      </dgm:prSet>
      <dgm:spPr/>
    </dgm:pt>
    <dgm:pt modelId="{A2B21CFB-F059-46D6-B509-B61579C86FEB}" type="pres">
      <dgm:prSet presAssocID="{94E600BE-06CB-4CD5-B6A7-FD1B13E86534}" presName="sibTrans" presStyleCnt="0"/>
      <dgm:spPr/>
    </dgm:pt>
    <dgm:pt modelId="{4D4E5005-5E36-4055-B49E-337EB0186988}" type="pres">
      <dgm:prSet presAssocID="{6C91F3F9-E650-4552-AA29-C0E5681E4781}" presName="compNode" presStyleCnt="0"/>
      <dgm:spPr/>
    </dgm:pt>
    <dgm:pt modelId="{F3D956B7-4F7C-4F28-AC51-4A4ACAEC5C2B}" type="pres">
      <dgm:prSet presAssocID="{6C91F3F9-E650-4552-AA29-C0E5681E4781}" presName="iconBgRect" presStyleLbl="bgShp" presStyleIdx="2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6DF9EEB8-5389-4E6E-8DBB-E30CD978718F}" type="pres">
      <dgm:prSet presAssocID="{6C91F3F9-E650-4552-AA29-C0E5681E4781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E4A7577-B313-4E55-840E-39FF1B674D93}" type="pres">
      <dgm:prSet presAssocID="{6C91F3F9-E650-4552-AA29-C0E5681E4781}" presName="spaceRect" presStyleCnt="0"/>
      <dgm:spPr/>
    </dgm:pt>
    <dgm:pt modelId="{71AAB9B0-CCEB-4F00-982E-991F63615F92}" type="pres">
      <dgm:prSet presAssocID="{6C91F3F9-E650-4552-AA29-C0E5681E4781}" presName="textRect" presStyleLbl="revTx" presStyleIdx="2" presStyleCnt="8">
        <dgm:presLayoutVars>
          <dgm:chMax val="1"/>
          <dgm:chPref val="1"/>
        </dgm:presLayoutVars>
      </dgm:prSet>
      <dgm:spPr/>
    </dgm:pt>
    <dgm:pt modelId="{BF7F59F3-F908-44C4-A2D7-637550547A96}" type="pres">
      <dgm:prSet presAssocID="{7351BF0B-DF91-41C6-ABEC-27BDF4AF048E}" presName="sibTrans" presStyleCnt="0"/>
      <dgm:spPr/>
    </dgm:pt>
    <dgm:pt modelId="{5FFA1D88-4A11-47F2-9B9D-CB0B615CD9C8}" type="pres">
      <dgm:prSet presAssocID="{9AE79849-4D12-48EF-A8B5-3F9DC9CB019A}" presName="compNode" presStyleCnt="0"/>
      <dgm:spPr/>
    </dgm:pt>
    <dgm:pt modelId="{E05A9E8A-6EE3-4B2B-9F12-8F6B040C1050}" type="pres">
      <dgm:prSet presAssocID="{9AE79849-4D12-48EF-A8B5-3F9DC9CB019A}" presName="iconBgRect" presStyleLbl="bgShp" presStyleIdx="3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9096FE4E-391D-4566-B428-767D6C49B62D}" type="pres">
      <dgm:prSet presAssocID="{9AE79849-4D12-48EF-A8B5-3F9DC9CB019A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FBF7CE4-27E4-45C6-8B40-6F0C8BA0450A}" type="pres">
      <dgm:prSet presAssocID="{9AE79849-4D12-48EF-A8B5-3F9DC9CB019A}" presName="spaceRect" presStyleCnt="0"/>
      <dgm:spPr/>
    </dgm:pt>
    <dgm:pt modelId="{7AB206EC-43D1-4E2D-A7DD-9636FD842D93}" type="pres">
      <dgm:prSet presAssocID="{9AE79849-4D12-48EF-A8B5-3F9DC9CB019A}" presName="textRect" presStyleLbl="revTx" presStyleIdx="3" presStyleCnt="8">
        <dgm:presLayoutVars>
          <dgm:chMax val="1"/>
          <dgm:chPref val="1"/>
        </dgm:presLayoutVars>
      </dgm:prSet>
      <dgm:spPr/>
    </dgm:pt>
    <dgm:pt modelId="{436CA454-0203-4F9F-8D9C-51B50D39A5CB}" type="pres">
      <dgm:prSet presAssocID="{21C5D41B-9084-437A-AE9D-96ED23FA5BAB}" presName="sibTrans" presStyleCnt="0"/>
      <dgm:spPr/>
    </dgm:pt>
    <dgm:pt modelId="{2C32A45C-1D96-4224-96DE-471D553B2D5A}" type="pres">
      <dgm:prSet presAssocID="{08DE3C7A-E8F7-4D74-816A-525A595FCA3E}" presName="compNode" presStyleCnt="0"/>
      <dgm:spPr/>
    </dgm:pt>
    <dgm:pt modelId="{3BA037AE-6CE2-4D4D-93AF-895315A2AC94}" type="pres">
      <dgm:prSet presAssocID="{08DE3C7A-E8F7-4D74-816A-525A595FCA3E}" presName="iconBgRect" presStyleLbl="bgShp" presStyleIdx="4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AA12A98D-0399-4E1D-AAF3-50C151063D12}" type="pres">
      <dgm:prSet presAssocID="{08DE3C7A-E8F7-4D74-816A-525A595FCA3E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7F046A71-725B-4223-9084-5E0C53A33DDA}" type="pres">
      <dgm:prSet presAssocID="{08DE3C7A-E8F7-4D74-816A-525A595FCA3E}" presName="spaceRect" presStyleCnt="0"/>
      <dgm:spPr/>
    </dgm:pt>
    <dgm:pt modelId="{BA7DF12A-50EE-4EC4-84FD-80244A06DA76}" type="pres">
      <dgm:prSet presAssocID="{08DE3C7A-E8F7-4D74-816A-525A595FCA3E}" presName="textRect" presStyleLbl="revTx" presStyleIdx="4" presStyleCnt="8">
        <dgm:presLayoutVars>
          <dgm:chMax val="1"/>
          <dgm:chPref val="1"/>
        </dgm:presLayoutVars>
      </dgm:prSet>
      <dgm:spPr/>
    </dgm:pt>
    <dgm:pt modelId="{FFBCF15C-4B31-4BB1-B6B4-6C5BA643323C}" type="pres">
      <dgm:prSet presAssocID="{B98B0CE7-28CD-4F48-9C06-1BFDF13A6AFC}" presName="sibTrans" presStyleCnt="0"/>
      <dgm:spPr/>
    </dgm:pt>
    <dgm:pt modelId="{4BF5FDBA-7663-4481-A8DF-98E862AB4ED8}" type="pres">
      <dgm:prSet presAssocID="{75A01155-D92E-4022-B06D-FECACCF4E59F}" presName="compNode" presStyleCnt="0"/>
      <dgm:spPr/>
    </dgm:pt>
    <dgm:pt modelId="{E9EB5CFA-B04E-4969-BE2B-AA8893A73372}" type="pres">
      <dgm:prSet presAssocID="{75A01155-D92E-4022-B06D-FECACCF4E59F}" presName="iconBgRect" presStyleLbl="bgShp" presStyleIdx="5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88956995-9B1B-4AF1-97D9-F003D942DCAB}" type="pres">
      <dgm:prSet presAssocID="{75A01155-D92E-4022-B06D-FECACCF4E59F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1EA61FF-FCB9-4931-810E-642F4520F8E9}" type="pres">
      <dgm:prSet presAssocID="{75A01155-D92E-4022-B06D-FECACCF4E59F}" presName="spaceRect" presStyleCnt="0"/>
      <dgm:spPr/>
    </dgm:pt>
    <dgm:pt modelId="{794B8AC4-A5D0-4607-AF90-AB5A4BBAD946}" type="pres">
      <dgm:prSet presAssocID="{75A01155-D92E-4022-B06D-FECACCF4E59F}" presName="textRect" presStyleLbl="revTx" presStyleIdx="5" presStyleCnt="8">
        <dgm:presLayoutVars>
          <dgm:chMax val="1"/>
          <dgm:chPref val="1"/>
        </dgm:presLayoutVars>
      </dgm:prSet>
      <dgm:spPr/>
    </dgm:pt>
    <dgm:pt modelId="{049C3339-62C4-43F3-9326-16B11BA63F93}" type="pres">
      <dgm:prSet presAssocID="{AFA922DD-80E4-4C59-99B2-77F1A6BFCE40}" presName="sibTrans" presStyleCnt="0"/>
      <dgm:spPr/>
    </dgm:pt>
    <dgm:pt modelId="{4DD74767-D6F2-4F1C-BBB7-2FEA2F7B8908}" type="pres">
      <dgm:prSet presAssocID="{E67B2C5B-A96C-420E-A283-6298A08D98AD}" presName="compNode" presStyleCnt="0"/>
      <dgm:spPr/>
    </dgm:pt>
    <dgm:pt modelId="{BE7F6717-2D8A-41A6-AD77-E13543BAEB90}" type="pres">
      <dgm:prSet presAssocID="{E67B2C5B-A96C-420E-A283-6298A08D98AD}" presName="iconBgRect" presStyleLbl="bgShp" presStyleIdx="6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86203269-A200-4738-BE41-285452294D91}" type="pres">
      <dgm:prSet presAssocID="{E67B2C5B-A96C-420E-A283-6298A08D98AD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54373EBD-6402-4B45-9474-8C9CA90C883C}" type="pres">
      <dgm:prSet presAssocID="{E67B2C5B-A96C-420E-A283-6298A08D98AD}" presName="spaceRect" presStyleCnt="0"/>
      <dgm:spPr/>
    </dgm:pt>
    <dgm:pt modelId="{62B40F9F-CB7D-42D8-A8DE-2CF4B5021D53}" type="pres">
      <dgm:prSet presAssocID="{E67B2C5B-A96C-420E-A283-6298A08D98AD}" presName="textRect" presStyleLbl="revTx" presStyleIdx="6" presStyleCnt="8">
        <dgm:presLayoutVars>
          <dgm:chMax val="1"/>
          <dgm:chPref val="1"/>
        </dgm:presLayoutVars>
      </dgm:prSet>
      <dgm:spPr/>
    </dgm:pt>
    <dgm:pt modelId="{DDC85E64-CCBF-4EB1-8645-9F11F63A2D61}" type="pres">
      <dgm:prSet presAssocID="{E02F0A67-6702-4A02-A58A-8DCF8F4AE909}" presName="sibTrans" presStyleCnt="0"/>
      <dgm:spPr/>
    </dgm:pt>
    <dgm:pt modelId="{E09385D2-16C1-4C66-8958-E0D68E4F6CF7}" type="pres">
      <dgm:prSet presAssocID="{1E5A2E90-CD50-46C1-BAC0-9440E80F588C}" presName="compNode" presStyleCnt="0"/>
      <dgm:spPr/>
    </dgm:pt>
    <dgm:pt modelId="{589F82E6-416A-4E74-B27F-7ECB78233AC3}" type="pres">
      <dgm:prSet presAssocID="{1E5A2E90-CD50-46C1-BAC0-9440E80F588C}" presName="iconBgRect" presStyleLbl="bgShp" presStyleIdx="7" presStyleCnt="8"/>
      <dgm:spPr>
        <a:prstGeom prst="round2DiagRect">
          <a:avLst>
            <a:gd name="adj1" fmla="val 29727"/>
            <a:gd name="adj2" fmla="val 0"/>
          </a:avLst>
        </a:prstGeom>
      </dgm:spPr>
    </dgm:pt>
    <dgm:pt modelId="{95E07D52-3AEE-4072-9EF7-16806478172C}" type="pres">
      <dgm:prSet presAssocID="{1E5A2E90-CD50-46C1-BAC0-9440E80F588C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13112EBC-01A2-4917-BC37-82E1EB57945D}" type="pres">
      <dgm:prSet presAssocID="{1E5A2E90-CD50-46C1-BAC0-9440E80F588C}" presName="spaceRect" presStyleCnt="0"/>
      <dgm:spPr/>
    </dgm:pt>
    <dgm:pt modelId="{A8090497-8B0D-4045-9754-8C9E9E336680}" type="pres">
      <dgm:prSet presAssocID="{1E5A2E90-CD50-46C1-BAC0-9440E80F588C}" presName="textRect" presStyleLbl="revTx" presStyleIdx="7" presStyleCnt="8">
        <dgm:presLayoutVars>
          <dgm:chMax val="1"/>
          <dgm:chPref val="1"/>
        </dgm:presLayoutVars>
      </dgm:prSet>
      <dgm:spPr/>
    </dgm:pt>
  </dgm:ptLst>
  <dgm:cxnLst>
    <dgm:cxn modelId="{B857A807-3953-488F-8114-F515E56259FE}" srcId="{39AC6D3B-5B19-4F78-9A3B-5D7BBCB39F87}" destId="{03D27E3A-3FE4-4FA2-98F0-5C8F94451073}" srcOrd="1" destOrd="0" parTransId="{B57E6997-84B3-48D9-A70D-F4070B65B021}" sibTransId="{94E600BE-06CB-4CD5-B6A7-FD1B13E86534}"/>
    <dgm:cxn modelId="{95D4AE0D-A50D-4F07-BFC9-B07125F76FAC}" type="presOf" srcId="{ABA14FAB-DD1F-44EB-BEEB-B67ABBA0D20A}" destId="{2B3FA66F-12C0-4A1B-BB58-34F027E93992}" srcOrd="0" destOrd="0" presId="urn:microsoft.com/office/officeart/2018/5/layout/IconLeafLabelList"/>
    <dgm:cxn modelId="{3F34721E-B4CF-43DE-A68E-C2BD65BF3EA5}" type="presOf" srcId="{75A01155-D92E-4022-B06D-FECACCF4E59F}" destId="{794B8AC4-A5D0-4607-AF90-AB5A4BBAD946}" srcOrd="0" destOrd="0" presId="urn:microsoft.com/office/officeart/2018/5/layout/IconLeafLabelList"/>
    <dgm:cxn modelId="{9512862B-7FD2-4D0A-95B3-97277A2CFEA2}" srcId="{39AC6D3B-5B19-4F78-9A3B-5D7BBCB39F87}" destId="{1E5A2E90-CD50-46C1-BAC0-9440E80F588C}" srcOrd="7" destOrd="0" parTransId="{79A4A456-E169-4A03-93A3-A79F839DD32A}" sibTransId="{92C8359B-365F-45D8-8033-8B4B36753B09}"/>
    <dgm:cxn modelId="{3C08EC30-2F7F-4F01-99F9-59518DD846CF}" srcId="{39AC6D3B-5B19-4F78-9A3B-5D7BBCB39F87}" destId="{6C91F3F9-E650-4552-AA29-C0E5681E4781}" srcOrd="2" destOrd="0" parTransId="{C1199B8B-A6E2-41D4-B54F-A2181B8905A8}" sibTransId="{7351BF0B-DF91-41C6-ABEC-27BDF4AF048E}"/>
    <dgm:cxn modelId="{5CAA923B-9961-44E6-9DEE-695E4D87D3F1}" type="presOf" srcId="{9AE79849-4D12-48EF-A8B5-3F9DC9CB019A}" destId="{7AB206EC-43D1-4E2D-A7DD-9636FD842D93}" srcOrd="0" destOrd="0" presId="urn:microsoft.com/office/officeart/2018/5/layout/IconLeafLabelList"/>
    <dgm:cxn modelId="{8AE73E74-AC49-49CD-99FB-3C261E9E5432}" type="presOf" srcId="{E67B2C5B-A96C-420E-A283-6298A08D98AD}" destId="{62B40F9F-CB7D-42D8-A8DE-2CF4B5021D53}" srcOrd="0" destOrd="0" presId="urn:microsoft.com/office/officeart/2018/5/layout/IconLeafLabelList"/>
    <dgm:cxn modelId="{36EE2788-F457-4703-8986-17E274349445}" srcId="{39AC6D3B-5B19-4F78-9A3B-5D7BBCB39F87}" destId="{ABA14FAB-DD1F-44EB-BEEB-B67ABBA0D20A}" srcOrd="0" destOrd="0" parTransId="{14CAC674-D620-4C24-AC70-1E402FD0B36F}" sibTransId="{F490BED9-A22E-41AD-8BF7-521495E9D6D3}"/>
    <dgm:cxn modelId="{DDA8DC93-B8A5-4EB0-B37F-380BEBDA5AB4}" type="presOf" srcId="{6C91F3F9-E650-4552-AA29-C0E5681E4781}" destId="{71AAB9B0-CCEB-4F00-982E-991F63615F92}" srcOrd="0" destOrd="0" presId="urn:microsoft.com/office/officeart/2018/5/layout/IconLeafLabelList"/>
    <dgm:cxn modelId="{A3ADCC99-2A56-4B37-ABE0-FE1E3D05A626}" srcId="{39AC6D3B-5B19-4F78-9A3B-5D7BBCB39F87}" destId="{E67B2C5B-A96C-420E-A283-6298A08D98AD}" srcOrd="6" destOrd="0" parTransId="{8812DF0E-CB38-4988-BB71-514775273221}" sibTransId="{E02F0A67-6702-4A02-A58A-8DCF8F4AE909}"/>
    <dgm:cxn modelId="{2CA25BA2-2ABB-4F64-B20D-4517B0AD4724}" srcId="{39AC6D3B-5B19-4F78-9A3B-5D7BBCB39F87}" destId="{9AE79849-4D12-48EF-A8B5-3F9DC9CB019A}" srcOrd="3" destOrd="0" parTransId="{D5EFAF50-A02E-4EB9-93BF-031BBBF83C6F}" sibTransId="{21C5D41B-9084-437A-AE9D-96ED23FA5BAB}"/>
    <dgm:cxn modelId="{0B5B08C8-D682-40A1-9407-18994C1D5DAB}" type="presOf" srcId="{39AC6D3B-5B19-4F78-9A3B-5D7BBCB39F87}" destId="{CE2073A5-52C6-4990-9E48-2AF27EEC7828}" srcOrd="0" destOrd="0" presId="urn:microsoft.com/office/officeart/2018/5/layout/IconLeafLabelList"/>
    <dgm:cxn modelId="{5A77E4D3-EEA9-4FA5-A8AF-2FB4715E514B}" type="presOf" srcId="{1E5A2E90-CD50-46C1-BAC0-9440E80F588C}" destId="{A8090497-8B0D-4045-9754-8C9E9E336680}" srcOrd="0" destOrd="0" presId="urn:microsoft.com/office/officeart/2018/5/layout/IconLeafLabelList"/>
    <dgm:cxn modelId="{7548D2D7-A708-4B5B-A4A9-84911ADD21DB}" srcId="{39AC6D3B-5B19-4F78-9A3B-5D7BBCB39F87}" destId="{08DE3C7A-E8F7-4D74-816A-525A595FCA3E}" srcOrd="4" destOrd="0" parTransId="{EE12648D-1F56-4403-87F8-DA4385F1C989}" sibTransId="{B98B0CE7-28CD-4F48-9C06-1BFDF13A6AFC}"/>
    <dgm:cxn modelId="{C5601ADA-339B-4670-BCEA-E00AC2907F27}" type="presOf" srcId="{08DE3C7A-E8F7-4D74-816A-525A595FCA3E}" destId="{BA7DF12A-50EE-4EC4-84FD-80244A06DA76}" srcOrd="0" destOrd="0" presId="urn:microsoft.com/office/officeart/2018/5/layout/IconLeafLabelList"/>
    <dgm:cxn modelId="{BC45B3DE-299C-4412-B789-AF3FADBAE148}" srcId="{39AC6D3B-5B19-4F78-9A3B-5D7BBCB39F87}" destId="{75A01155-D92E-4022-B06D-FECACCF4E59F}" srcOrd="5" destOrd="0" parTransId="{44FD8B42-9DE6-4C99-8A69-5FA4D04A1202}" sibTransId="{AFA922DD-80E4-4C59-99B2-77F1A6BFCE40}"/>
    <dgm:cxn modelId="{59DD6CF1-759D-4BBD-BC6A-BA1C001FC2F5}" type="presOf" srcId="{03D27E3A-3FE4-4FA2-98F0-5C8F94451073}" destId="{E65D3C27-2897-4550-97A2-CC5FDD4E2959}" srcOrd="0" destOrd="0" presId="urn:microsoft.com/office/officeart/2018/5/layout/IconLeafLabelList"/>
    <dgm:cxn modelId="{FAA4D042-8E84-47C9-B49A-1EC725073F6D}" type="presParOf" srcId="{CE2073A5-52C6-4990-9E48-2AF27EEC7828}" destId="{4A44290B-743A-4755-B69D-3796DF05B0F6}" srcOrd="0" destOrd="0" presId="urn:microsoft.com/office/officeart/2018/5/layout/IconLeafLabelList"/>
    <dgm:cxn modelId="{019714E9-C77F-4764-8A23-72C053C884E2}" type="presParOf" srcId="{4A44290B-743A-4755-B69D-3796DF05B0F6}" destId="{3128F9B1-7D30-4A8B-A8A2-B49BE2DA494C}" srcOrd="0" destOrd="0" presId="urn:microsoft.com/office/officeart/2018/5/layout/IconLeafLabelList"/>
    <dgm:cxn modelId="{A0D8FB8B-87A6-4268-9E3D-806CA19E4CB0}" type="presParOf" srcId="{4A44290B-743A-4755-B69D-3796DF05B0F6}" destId="{38F7B408-B9C1-4F67-88F7-F4FD995DD184}" srcOrd="1" destOrd="0" presId="urn:microsoft.com/office/officeart/2018/5/layout/IconLeafLabelList"/>
    <dgm:cxn modelId="{5EF72998-8942-47ED-9F2A-2DA5F3AA8196}" type="presParOf" srcId="{4A44290B-743A-4755-B69D-3796DF05B0F6}" destId="{385F78CE-AE44-4C32-8895-B5DF82A52ED6}" srcOrd="2" destOrd="0" presId="urn:microsoft.com/office/officeart/2018/5/layout/IconLeafLabelList"/>
    <dgm:cxn modelId="{4510F50D-C2E0-4F79-AFBB-B1DA034762FD}" type="presParOf" srcId="{4A44290B-743A-4755-B69D-3796DF05B0F6}" destId="{2B3FA66F-12C0-4A1B-BB58-34F027E93992}" srcOrd="3" destOrd="0" presId="urn:microsoft.com/office/officeart/2018/5/layout/IconLeafLabelList"/>
    <dgm:cxn modelId="{535D0759-5E6F-4412-B1B9-220214A5630B}" type="presParOf" srcId="{CE2073A5-52C6-4990-9E48-2AF27EEC7828}" destId="{F01F70D8-C97B-4E0B-A971-866A2D7919B5}" srcOrd="1" destOrd="0" presId="urn:microsoft.com/office/officeart/2018/5/layout/IconLeafLabelList"/>
    <dgm:cxn modelId="{D2E366D6-8ECF-4275-AED9-404BB6F68F6F}" type="presParOf" srcId="{CE2073A5-52C6-4990-9E48-2AF27EEC7828}" destId="{CB3AD6AA-FFD5-4122-94C8-D8012CC1D483}" srcOrd="2" destOrd="0" presId="urn:microsoft.com/office/officeart/2018/5/layout/IconLeafLabelList"/>
    <dgm:cxn modelId="{C479413C-B596-415C-8E51-D1599F412DCE}" type="presParOf" srcId="{CB3AD6AA-FFD5-4122-94C8-D8012CC1D483}" destId="{812019CB-3BE1-4473-ADAC-F757E96C33B1}" srcOrd="0" destOrd="0" presId="urn:microsoft.com/office/officeart/2018/5/layout/IconLeafLabelList"/>
    <dgm:cxn modelId="{B50B3C89-9C20-4206-A834-D2016C0710D1}" type="presParOf" srcId="{CB3AD6AA-FFD5-4122-94C8-D8012CC1D483}" destId="{02B5A5E2-1681-4FE5-8F5B-E2EB240503C4}" srcOrd="1" destOrd="0" presId="urn:microsoft.com/office/officeart/2018/5/layout/IconLeafLabelList"/>
    <dgm:cxn modelId="{40154E5E-6F62-476E-BDC2-35EA563799DC}" type="presParOf" srcId="{CB3AD6AA-FFD5-4122-94C8-D8012CC1D483}" destId="{D43C142C-0663-42B0-8D2F-21BA1B1A4200}" srcOrd="2" destOrd="0" presId="urn:microsoft.com/office/officeart/2018/5/layout/IconLeafLabelList"/>
    <dgm:cxn modelId="{D29546CA-B05B-4578-95F1-1EDA401720A3}" type="presParOf" srcId="{CB3AD6AA-FFD5-4122-94C8-D8012CC1D483}" destId="{E65D3C27-2897-4550-97A2-CC5FDD4E2959}" srcOrd="3" destOrd="0" presId="urn:microsoft.com/office/officeart/2018/5/layout/IconLeafLabelList"/>
    <dgm:cxn modelId="{2BDEEC08-9F1B-4977-B89F-471B0A648F99}" type="presParOf" srcId="{CE2073A5-52C6-4990-9E48-2AF27EEC7828}" destId="{A2B21CFB-F059-46D6-B509-B61579C86FEB}" srcOrd="3" destOrd="0" presId="urn:microsoft.com/office/officeart/2018/5/layout/IconLeafLabelList"/>
    <dgm:cxn modelId="{DBE65C6A-C1D3-4C54-9442-259769AB4733}" type="presParOf" srcId="{CE2073A5-52C6-4990-9E48-2AF27EEC7828}" destId="{4D4E5005-5E36-4055-B49E-337EB0186988}" srcOrd="4" destOrd="0" presId="urn:microsoft.com/office/officeart/2018/5/layout/IconLeafLabelList"/>
    <dgm:cxn modelId="{DE18F7EE-A376-4BED-93DE-04E753814BB0}" type="presParOf" srcId="{4D4E5005-5E36-4055-B49E-337EB0186988}" destId="{F3D956B7-4F7C-4F28-AC51-4A4ACAEC5C2B}" srcOrd="0" destOrd="0" presId="urn:microsoft.com/office/officeart/2018/5/layout/IconLeafLabelList"/>
    <dgm:cxn modelId="{E6EC07EF-EC9E-49B8-B9C8-98C523044C52}" type="presParOf" srcId="{4D4E5005-5E36-4055-B49E-337EB0186988}" destId="{6DF9EEB8-5389-4E6E-8DBB-E30CD978718F}" srcOrd="1" destOrd="0" presId="urn:microsoft.com/office/officeart/2018/5/layout/IconLeafLabelList"/>
    <dgm:cxn modelId="{9E21DEDD-41F3-48EF-9A17-7429581C7809}" type="presParOf" srcId="{4D4E5005-5E36-4055-B49E-337EB0186988}" destId="{BE4A7577-B313-4E55-840E-39FF1B674D93}" srcOrd="2" destOrd="0" presId="urn:microsoft.com/office/officeart/2018/5/layout/IconLeafLabelList"/>
    <dgm:cxn modelId="{0620E82B-0552-43FB-A27A-1D0BB9D64A8D}" type="presParOf" srcId="{4D4E5005-5E36-4055-B49E-337EB0186988}" destId="{71AAB9B0-CCEB-4F00-982E-991F63615F92}" srcOrd="3" destOrd="0" presId="urn:microsoft.com/office/officeart/2018/5/layout/IconLeafLabelList"/>
    <dgm:cxn modelId="{AE31903C-E1C7-49BE-9022-F764E1B43D69}" type="presParOf" srcId="{CE2073A5-52C6-4990-9E48-2AF27EEC7828}" destId="{BF7F59F3-F908-44C4-A2D7-637550547A96}" srcOrd="5" destOrd="0" presId="urn:microsoft.com/office/officeart/2018/5/layout/IconLeafLabelList"/>
    <dgm:cxn modelId="{222C1F6F-61CB-48BC-A64E-1183EBAB2E42}" type="presParOf" srcId="{CE2073A5-52C6-4990-9E48-2AF27EEC7828}" destId="{5FFA1D88-4A11-47F2-9B9D-CB0B615CD9C8}" srcOrd="6" destOrd="0" presId="urn:microsoft.com/office/officeart/2018/5/layout/IconLeafLabelList"/>
    <dgm:cxn modelId="{DD0F55E8-4B6D-4669-A15E-7191E394C295}" type="presParOf" srcId="{5FFA1D88-4A11-47F2-9B9D-CB0B615CD9C8}" destId="{E05A9E8A-6EE3-4B2B-9F12-8F6B040C1050}" srcOrd="0" destOrd="0" presId="urn:microsoft.com/office/officeart/2018/5/layout/IconLeafLabelList"/>
    <dgm:cxn modelId="{7F489D2D-5EDE-4EF1-B69F-49915AE69B1A}" type="presParOf" srcId="{5FFA1D88-4A11-47F2-9B9D-CB0B615CD9C8}" destId="{9096FE4E-391D-4566-B428-767D6C49B62D}" srcOrd="1" destOrd="0" presId="urn:microsoft.com/office/officeart/2018/5/layout/IconLeafLabelList"/>
    <dgm:cxn modelId="{7053B835-9536-483B-8876-BA69D48CA0CA}" type="presParOf" srcId="{5FFA1D88-4A11-47F2-9B9D-CB0B615CD9C8}" destId="{EFBF7CE4-27E4-45C6-8B40-6F0C8BA0450A}" srcOrd="2" destOrd="0" presId="urn:microsoft.com/office/officeart/2018/5/layout/IconLeafLabelList"/>
    <dgm:cxn modelId="{BF747A42-FA21-447E-9017-06C6AEF3DDB6}" type="presParOf" srcId="{5FFA1D88-4A11-47F2-9B9D-CB0B615CD9C8}" destId="{7AB206EC-43D1-4E2D-A7DD-9636FD842D93}" srcOrd="3" destOrd="0" presId="urn:microsoft.com/office/officeart/2018/5/layout/IconLeafLabelList"/>
    <dgm:cxn modelId="{BF487DD8-D76C-480E-95E0-8AAB86DD4680}" type="presParOf" srcId="{CE2073A5-52C6-4990-9E48-2AF27EEC7828}" destId="{436CA454-0203-4F9F-8D9C-51B50D39A5CB}" srcOrd="7" destOrd="0" presId="urn:microsoft.com/office/officeart/2018/5/layout/IconLeafLabelList"/>
    <dgm:cxn modelId="{AEF0DD77-2D49-4529-A322-A3D6C0A960CE}" type="presParOf" srcId="{CE2073A5-52C6-4990-9E48-2AF27EEC7828}" destId="{2C32A45C-1D96-4224-96DE-471D553B2D5A}" srcOrd="8" destOrd="0" presId="urn:microsoft.com/office/officeart/2018/5/layout/IconLeafLabelList"/>
    <dgm:cxn modelId="{FA8C2F7A-FEFA-4DFE-90B7-1CC944979D06}" type="presParOf" srcId="{2C32A45C-1D96-4224-96DE-471D553B2D5A}" destId="{3BA037AE-6CE2-4D4D-93AF-895315A2AC94}" srcOrd="0" destOrd="0" presId="urn:microsoft.com/office/officeart/2018/5/layout/IconLeafLabelList"/>
    <dgm:cxn modelId="{0193FDC7-77E4-45DD-A3D6-3591E03982C0}" type="presParOf" srcId="{2C32A45C-1D96-4224-96DE-471D553B2D5A}" destId="{AA12A98D-0399-4E1D-AAF3-50C151063D12}" srcOrd="1" destOrd="0" presId="urn:microsoft.com/office/officeart/2018/5/layout/IconLeafLabelList"/>
    <dgm:cxn modelId="{281A33E8-D231-491D-A785-133D89DFCDE4}" type="presParOf" srcId="{2C32A45C-1D96-4224-96DE-471D553B2D5A}" destId="{7F046A71-725B-4223-9084-5E0C53A33DDA}" srcOrd="2" destOrd="0" presId="urn:microsoft.com/office/officeart/2018/5/layout/IconLeafLabelList"/>
    <dgm:cxn modelId="{166C065F-30DA-4F96-A7FC-FF78DCE89382}" type="presParOf" srcId="{2C32A45C-1D96-4224-96DE-471D553B2D5A}" destId="{BA7DF12A-50EE-4EC4-84FD-80244A06DA76}" srcOrd="3" destOrd="0" presId="urn:microsoft.com/office/officeart/2018/5/layout/IconLeafLabelList"/>
    <dgm:cxn modelId="{C81793C6-254F-42AB-BFD9-72EDAAE583B3}" type="presParOf" srcId="{CE2073A5-52C6-4990-9E48-2AF27EEC7828}" destId="{FFBCF15C-4B31-4BB1-B6B4-6C5BA643323C}" srcOrd="9" destOrd="0" presId="urn:microsoft.com/office/officeart/2018/5/layout/IconLeafLabelList"/>
    <dgm:cxn modelId="{93DB435D-2C50-440F-8C0D-84916B8CFA7C}" type="presParOf" srcId="{CE2073A5-52C6-4990-9E48-2AF27EEC7828}" destId="{4BF5FDBA-7663-4481-A8DF-98E862AB4ED8}" srcOrd="10" destOrd="0" presId="urn:microsoft.com/office/officeart/2018/5/layout/IconLeafLabelList"/>
    <dgm:cxn modelId="{CEB5A219-9A5E-4325-B667-7BBBABBC34B5}" type="presParOf" srcId="{4BF5FDBA-7663-4481-A8DF-98E862AB4ED8}" destId="{E9EB5CFA-B04E-4969-BE2B-AA8893A73372}" srcOrd="0" destOrd="0" presId="urn:microsoft.com/office/officeart/2018/5/layout/IconLeafLabelList"/>
    <dgm:cxn modelId="{6065AD0D-D4C4-4BF3-9371-779D1903C6BF}" type="presParOf" srcId="{4BF5FDBA-7663-4481-A8DF-98E862AB4ED8}" destId="{88956995-9B1B-4AF1-97D9-F003D942DCAB}" srcOrd="1" destOrd="0" presId="urn:microsoft.com/office/officeart/2018/5/layout/IconLeafLabelList"/>
    <dgm:cxn modelId="{E7F6B4DC-F6FF-4C3B-92D8-3054AFB76361}" type="presParOf" srcId="{4BF5FDBA-7663-4481-A8DF-98E862AB4ED8}" destId="{E1EA61FF-FCB9-4931-810E-642F4520F8E9}" srcOrd="2" destOrd="0" presId="urn:microsoft.com/office/officeart/2018/5/layout/IconLeafLabelList"/>
    <dgm:cxn modelId="{66040437-15D0-4CE0-BD0A-F727D111756D}" type="presParOf" srcId="{4BF5FDBA-7663-4481-A8DF-98E862AB4ED8}" destId="{794B8AC4-A5D0-4607-AF90-AB5A4BBAD946}" srcOrd="3" destOrd="0" presId="urn:microsoft.com/office/officeart/2018/5/layout/IconLeafLabelList"/>
    <dgm:cxn modelId="{176664DA-A99B-4D8D-9393-9095FA5CCAA8}" type="presParOf" srcId="{CE2073A5-52C6-4990-9E48-2AF27EEC7828}" destId="{049C3339-62C4-43F3-9326-16B11BA63F93}" srcOrd="11" destOrd="0" presId="urn:microsoft.com/office/officeart/2018/5/layout/IconLeafLabelList"/>
    <dgm:cxn modelId="{DBB43DC5-8A7B-4E48-8BFB-115DED481BDA}" type="presParOf" srcId="{CE2073A5-52C6-4990-9E48-2AF27EEC7828}" destId="{4DD74767-D6F2-4F1C-BBB7-2FEA2F7B8908}" srcOrd="12" destOrd="0" presId="urn:microsoft.com/office/officeart/2018/5/layout/IconLeafLabelList"/>
    <dgm:cxn modelId="{F2569FED-6AD6-4B2B-98E8-6A0148A90B10}" type="presParOf" srcId="{4DD74767-D6F2-4F1C-BBB7-2FEA2F7B8908}" destId="{BE7F6717-2D8A-41A6-AD77-E13543BAEB90}" srcOrd="0" destOrd="0" presId="urn:microsoft.com/office/officeart/2018/5/layout/IconLeafLabelList"/>
    <dgm:cxn modelId="{14A0032E-EBE6-4240-A4C3-12AB6CD75746}" type="presParOf" srcId="{4DD74767-D6F2-4F1C-BBB7-2FEA2F7B8908}" destId="{86203269-A200-4738-BE41-285452294D91}" srcOrd="1" destOrd="0" presId="urn:microsoft.com/office/officeart/2018/5/layout/IconLeafLabelList"/>
    <dgm:cxn modelId="{EB770C90-4AB2-4547-BAC0-64CDA71DB4BC}" type="presParOf" srcId="{4DD74767-D6F2-4F1C-BBB7-2FEA2F7B8908}" destId="{54373EBD-6402-4B45-9474-8C9CA90C883C}" srcOrd="2" destOrd="0" presId="urn:microsoft.com/office/officeart/2018/5/layout/IconLeafLabelList"/>
    <dgm:cxn modelId="{BF117FC0-929C-41E0-838D-B4478AF2C475}" type="presParOf" srcId="{4DD74767-D6F2-4F1C-BBB7-2FEA2F7B8908}" destId="{62B40F9F-CB7D-42D8-A8DE-2CF4B5021D53}" srcOrd="3" destOrd="0" presId="urn:microsoft.com/office/officeart/2018/5/layout/IconLeafLabelList"/>
    <dgm:cxn modelId="{8E5E35A4-3DF7-4277-B27A-4EEFFC039852}" type="presParOf" srcId="{CE2073A5-52C6-4990-9E48-2AF27EEC7828}" destId="{DDC85E64-CCBF-4EB1-8645-9F11F63A2D61}" srcOrd="13" destOrd="0" presId="urn:microsoft.com/office/officeart/2018/5/layout/IconLeafLabelList"/>
    <dgm:cxn modelId="{A608A00B-3EE7-4418-A47A-EBEB5060F396}" type="presParOf" srcId="{CE2073A5-52C6-4990-9E48-2AF27EEC7828}" destId="{E09385D2-16C1-4C66-8958-E0D68E4F6CF7}" srcOrd="14" destOrd="0" presId="urn:microsoft.com/office/officeart/2018/5/layout/IconLeafLabelList"/>
    <dgm:cxn modelId="{13B7DC55-CA5A-4631-BAD0-EAB1824947E3}" type="presParOf" srcId="{E09385D2-16C1-4C66-8958-E0D68E4F6CF7}" destId="{589F82E6-416A-4E74-B27F-7ECB78233AC3}" srcOrd="0" destOrd="0" presId="urn:microsoft.com/office/officeart/2018/5/layout/IconLeafLabelList"/>
    <dgm:cxn modelId="{96F3E8C9-E53A-48EA-89C8-B20F7CB161BF}" type="presParOf" srcId="{E09385D2-16C1-4C66-8958-E0D68E4F6CF7}" destId="{95E07D52-3AEE-4072-9EF7-16806478172C}" srcOrd="1" destOrd="0" presId="urn:microsoft.com/office/officeart/2018/5/layout/IconLeafLabelList"/>
    <dgm:cxn modelId="{60B9C042-445B-4240-8866-CF6DD34CDC49}" type="presParOf" srcId="{E09385D2-16C1-4C66-8958-E0D68E4F6CF7}" destId="{13112EBC-01A2-4917-BC37-82E1EB57945D}" srcOrd="2" destOrd="0" presId="urn:microsoft.com/office/officeart/2018/5/layout/IconLeafLabelList"/>
    <dgm:cxn modelId="{3506329E-0E1C-49E2-A7AD-CC1130ACC294}" type="presParOf" srcId="{E09385D2-16C1-4C66-8958-E0D68E4F6CF7}" destId="{A8090497-8B0D-4045-9754-8C9E9E33668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E4BBC7-0385-47F6-9C8E-24B3DE46DC1A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F677EFB-4BE4-4421-B4CA-85DAC764FAEB}">
      <dgm:prSet/>
      <dgm:spPr/>
      <dgm:t>
        <a:bodyPr/>
        <a:lstStyle/>
        <a:p>
          <a:r>
            <a:rPr lang="en-IN" b="1"/>
            <a:t>Project Objectives</a:t>
          </a:r>
          <a:endParaRPr lang="en-US"/>
        </a:p>
      </dgm:t>
    </dgm:pt>
    <dgm:pt modelId="{DFFDE449-3271-44DC-A39D-53ACFE41A5E5}" type="parTrans" cxnId="{72BCCAEF-04E9-486D-81E6-39F1442364B5}">
      <dgm:prSet/>
      <dgm:spPr/>
      <dgm:t>
        <a:bodyPr/>
        <a:lstStyle/>
        <a:p>
          <a:endParaRPr lang="en-US"/>
        </a:p>
      </dgm:t>
    </dgm:pt>
    <dgm:pt modelId="{64C7BAE3-82D1-4BBF-814D-EC50AA33F923}" type="sibTrans" cxnId="{72BCCAEF-04E9-486D-81E6-39F1442364B5}">
      <dgm:prSet/>
      <dgm:spPr/>
      <dgm:t>
        <a:bodyPr/>
        <a:lstStyle/>
        <a:p>
          <a:endParaRPr lang="en-US"/>
        </a:p>
      </dgm:t>
    </dgm:pt>
    <dgm:pt modelId="{93F9AA9A-D936-4CBF-83F8-432DA59E5061}">
      <dgm:prSet/>
      <dgm:spPr/>
      <dgm:t>
        <a:bodyPr/>
        <a:lstStyle/>
        <a:p>
          <a:r>
            <a:rPr lang="en-IN" b="1"/>
            <a:t>Precise Control</a:t>
          </a:r>
          <a:r>
            <a:rPr lang="en-IN"/>
            <a:t>: Ensure smooth and accurate movement using ESP32 and servo motors.</a:t>
          </a:r>
          <a:endParaRPr lang="en-US"/>
        </a:p>
      </dgm:t>
    </dgm:pt>
    <dgm:pt modelId="{012B9C13-DBCD-475A-864B-E1846641A22C}" type="parTrans" cxnId="{AFC0F30E-BBF4-497D-B26C-5D2AE933D056}">
      <dgm:prSet/>
      <dgm:spPr/>
      <dgm:t>
        <a:bodyPr/>
        <a:lstStyle/>
        <a:p>
          <a:endParaRPr lang="en-US"/>
        </a:p>
      </dgm:t>
    </dgm:pt>
    <dgm:pt modelId="{27240547-51AA-47D3-9951-59775D3F4D18}" type="sibTrans" cxnId="{AFC0F30E-BBF4-497D-B26C-5D2AE933D056}">
      <dgm:prSet/>
      <dgm:spPr/>
      <dgm:t>
        <a:bodyPr/>
        <a:lstStyle/>
        <a:p>
          <a:endParaRPr lang="en-US"/>
        </a:p>
      </dgm:t>
    </dgm:pt>
    <dgm:pt modelId="{6EF62927-8601-4FE0-B6B2-E9DAE7AAECB9}">
      <dgm:prSet/>
      <dgm:spPr/>
      <dgm:t>
        <a:bodyPr/>
        <a:lstStyle/>
        <a:p>
          <a:r>
            <a:rPr lang="en-IN" b="1"/>
            <a:t>Wireless Communication</a:t>
          </a:r>
          <a:r>
            <a:rPr lang="en-IN"/>
            <a:t>: Utilize ESP32 for wireless control via Wi-Fi or Bluetooth, supporting various interfaces.</a:t>
          </a:r>
          <a:endParaRPr lang="en-US"/>
        </a:p>
      </dgm:t>
    </dgm:pt>
    <dgm:pt modelId="{3647EF73-1548-4B54-82F0-EE6C7F42251D}" type="parTrans" cxnId="{BD928A70-1C3E-498A-8FCF-15CCE820D1A6}">
      <dgm:prSet/>
      <dgm:spPr/>
      <dgm:t>
        <a:bodyPr/>
        <a:lstStyle/>
        <a:p>
          <a:endParaRPr lang="en-US"/>
        </a:p>
      </dgm:t>
    </dgm:pt>
    <dgm:pt modelId="{71A4AFCD-1085-4F91-9F71-097905B5E6D9}" type="sibTrans" cxnId="{BD928A70-1C3E-498A-8FCF-15CCE820D1A6}">
      <dgm:prSet/>
      <dgm:spPr/>
      <dgm:t>
        <a:bodyPr/>
        <a:lstStyle/>
        <a:p>
          <a:endParaRPr lang="en-US"/>
        </a:p>
      </dgm:t>
    </dgm:pt>
    <dgm:pt modelId="{3A41DE06-7CE0-4C67-8FCC-A2B47691BB2D}">
      <dgm:prSet/>
      <dgm:spPr/>
      <dgm:t>
        <a:bodyPr/>
        <a:lstStyle/>
        <a:p>
          <a:r>
            <a:rPr lang="en-IN" b="1"/>
            <a:t>Modular Design</a:t>
          </a:r>
          <a:r>
            <a:rPr lang="en-IN"/>
            <a:t>: Enable future upgrades with a modular platform for additional sensors, tools, or attachments.</a:t>
          </a:r>
          <a:endParaRPr lang="en-US"/>
        </a:p>
      </dgm:t>
    </dgm:pt>
    <dgm:pt modelId="{14AD5BF5-60E2-4F72-8083-B6D2031C8359}" type="parTrans" cxnId="{541B17EC-DDDD-45CA-8C95-0B922833FF8B}">
      <dgm:prSet/>
      <dgm:spPr/>
      <dgm:t>
        <a:bodyPr/>
        <a:lstStyle/>
        <a:p>
          <a:endParaRPr lang="en-US"/>
        </a:p>
      </dgm:t>
    </dgm:pt>
    <dgm:pt modelId="{8C5DCE54-2505-45DC-9AD8-EE8201D65B43}" type="sibTrans" cxnId="{541B17EC-DDDD-45CA-8C95-0B922833FF8B}">
      <dgm:prSet/>
      <dgm:spPr/>
      <dgm:t>
        <a:bodyPr/>
        <a:lstStyle/>
        <a:p>
          <a:endParaRPr lang="en-US"/>
        </a:p>
      </dgm:t>
    </dgm:pt>
    <dgm:pt modelId="{BB38FA8C-55C9-7D49-B2BA-4FFE362ED23E}" type="pres">
      <dgm:prSet presAssocID="{6FE4BBC7-0385-47F6-9C8E-24B3DE46DC1A}" presName="outerComposite" presStyleCnt="0">
        <dgm:presLayoutVars>
          <dgm:chMax val="5"/>
          <dgm:dir/>
          <dgm:resizeHandles val="exact"/>
        </dgm:presLayoutVars>
      </dgm:prSet>
      <dgm:spPr/>
    </dgm:pt>
    <dgm:pt modelId="{567D76FA-DECE-D043-8E14-0F5812BCE15B}" type="pres">
      <dgm:prSet presAssocID="{6FE4BBC7-0385-47F6-9C8E-24B3DE46DC1A}" presName="dummyMaxCanvas" presStyleCnt="0">
        <dgm:presLayoutVars/>
      </dgm:prSet>
      <dgm:spPr/>
    </dgm:pt>
    <dgm:pt modelId="{39E686E9-2F6F-834E-880C-7179FBB3770F}" type="pres">
      <dgm:prSet presAssocID="{6FE4BBC7-0385-47F6-9C8E-24B3DE46DC1A}" presName="FourNodes_1" presStyleLbl="node1" presStyleIdx="0" presStyleCnt="4">
        <dgm:presLayoutVars>
          <dgm:bulletEnabled val="1"/>
        </dgm:presLayoutVars>
      </dgm:prSet>
      <dgm:spPr/>
    </dgm:pt>
    <dgm:pt modelId="{D5D3B49D-0D73-B644-AD22-646172AA070B}" type="pres">
      <dgm:prSet presAssocID="{6FE4BBC7-0385-47F6-9C8E-24B3DE46DC1A}" presName="FourNodes_2" presStyleLbl="node1" presStyleIdx="1" presStyleCnt="4">
        <dgm:presLayoutVars>
          <dgm:bulletEnabled val="1"/>
        </dgm:presLayoutVars>
      </dgm:prSet>
      <dgm:spPr/>
    </dgm:pt>
    <dgm:pt modelId="{8360BAE4-4D82-EA4B-BDB9-983C7C0AE29F}" type="pres">
      <dgm:prSet presAssocID="{6FE4BBC7-0385-47F6-9C8E-24B3DE46DC1A}" presName="FourNodes_3" presStyleLbl="node1" presStyleIdx="2" presStyleCnt="4">
        <dgm:presLayoutVars>
          <dgm:bulletEnabled val="1"/>
        </dgm:presLayoutVars>
      </dgm:prSet>
      <dgm:spPr/>
    </dgm:pt>
    <dgm:pt modelId="{CB99AD44-0159-0549-ABAF-937E5D5A4191}" type="pres">
      <dgm:prSet presAssocID="{6FE4BBC7-0385-47F6-9C8E-24B3DE46DC1A}" presName="FourNodes_4" presStyleLbl="node1" presStyleIdx="3" presStyleCnt="4">
        <dgm:presLayoutVars>
          <dgm:bulletEnabled val="1"/>
        </dgm:presLayoutVars>
      </dgm:prSet>
      <dgm:spPr/>
    </dgm:pt>
    <dgm:pt modelId="{1027B5EF-9DE9-4E4F-8EEC-966EA22EDBBC}" type="pres">
      <dgm:prSet presAssocID="{6FE4BBC7-0385-47F6-9C8E-24B3DE46DC1A}" presName="FourConn_1-2" presStyleLbl="fgAccFollowNode1" presStyleIdx="0" presStyleCnt="3">
        <dgm:presLayoutVars>
          <dgm:bulletEnabled val="1"/>
        </dgm:presLayoutVars>
      </dgm:prSet>
      <dgm:spPr/>
    </dgm:pt>
    <dgm:pt modelId="{AF36486F-1449-CB4A-BF39-50FC1DFBA0D7}" type="pres">
      <dgm:prSet presAssocID="{6FE4BBC7-0385-47F6-9C8E-24B3DE46DC1A}" presName="FourConn_2-3" presStyleLbl="fgAccFollowNode1" presStyleIdx="1" presStyleCnt="3">
        <dgm:presLayoutVars>
          <dgm:bulletEnabled val="1"/>
        </dgm:presLayoutVars>
      </dgm:prSet>
      <dgm:spPr/>
    </dgm:pt>
    <dgm:pt modelId="{A0F1ADB4-0587-E840-A938-263B24796832}" type="pres">
      <dgm:prSet presAssocID="{6FE4BBC7-0385-47F6-9C8E-24B3DE46DC1A}" presName="FourConn_3-4" presStyleLbl="fgAccFollowNode1" presStyleIdx="2" presStyleCnt="3">
        <dgm:presLayoutVars>
          <dgm:bulletEnabled val="1"/>
        </dgm:presLayoutVars>
      </dgm:prSet>
      <dgm:spPr/>
    </dgm:pt>
    <dgm:pt modelId="{17284D36-7D09-C348-A2FB-1514702AE5BF}" type="pres">
      <dgm:prSet presAssocID="{6FE4BBC7-0385-47F6-9C8E-24B3DE46DC1A}" presName="FourNodes_1_text" presStyleLbl="node1" presStyleIdx="3" presStyleCnt="4">
        <dgm:presLayoutVars>
          <dgm:bulletEnabled val="1"/>
        </dgm:presLayoutVars>
      </dgm:prSet>
      <dgm:spPr/>
    </dgm:pt>
    <dgm:pt modelId="{4AD4C8A9-4244-7048-8F27-4F3975B0B0BA}" type="pres">
      <dgm:prSet presAssocID="{6FE4BBC7-0385-47F6-9C8E-24B3DE46DC1A}" presName="FourNodes_2_text" presStyleLbl="node1" presStyleIdx="3" presStyleCnt="4">
        <dgm:presLayoutVars>
          <dgm:bulletEnabled val="1"/>
        </dgm:presLayoutVars>
      </dgm:prSet>
      <dgm:spPr/>
    </dgm:pt>
    <dgm:pt modelId="{0116FC0D-A757-024E-BC7A-0C962797F918}" type="pres">
      <dgm:prSet presAssocID="{6FE4BBC7-0385-47F6-9C8E-24B3DE46DC1A}" presName="FourNodes_3_text" presStyleLbl="node1" presStyleIdx="3" presStyleCnt="4">
        <dgm:presLayoutVars>
          <dgm:bulletEnabled val="1"/>
        </dgm:presLayoutVars>
      </dgm:prSet>
      <dgm:spPr/>
    </dgm:pt>
    <dgm:pt modelId="{4EA23687-24B4-164F-A8F1-6D5B08313F1F}" type="pres">
      <dgm:prSet presAssocID="{6FE4BBC7-0385-47F6-9C8E-24B3DE46DC1A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6B47702-D647-1845-98FB-3A6C8794EF7F}" type="presOf" srcId="{6EF62927-8601-4FE0-B6B2-E9DAE7AAECB9}" destId="{0116FC0D-A757-024E-BC7A-0C962797F918}" srcOrd="1" destOrd="0" presId="urn:microsoft.com/office/officeart/2005/8/layout/vProcess5"/>
    <dgm:cxn modelId="{147AB005-F8C7-F541-9516-351371A482F9}" type="presOf" srcId="{6EF62927-8601-4FE0-B6B2-E9DAE7AAECB9}" destId="{8360BAE4-4D82-EA4B-BDB9-983C7C0AE29F}" srcOrd="0" destOrd="0" presId="urn:microsoft.com/office/officeart/2005/8/layout/vProcess5"/>
    <dgm:cxn modelId="{AFC0F30E-BBF4-497D-B26C-5D2AE933D056}" srcId="{6FE4BBC7-0385-47F6-9C8E-24B3DE46DC1A}" destId="{93F9AA9A-D936-4CBF-83F8-432DA59E5061}" srcOrd="1" destOrd="0" parTransId="{012B9C13-DBCD-475A-864B-E1846641A22C}" sibTransId="{27240547-51AA-47D3-9951-59775D3F4D18}"/>
    <dgm:cxn modelId="{F928E020-6B59-744D-9717-473D3FE8F630}" type="presOf" srcId="{27240547-51AA-47D3-9951-59775D3F4D18}" destId="{AF36486F-1449-CB4A-BF39-50FC1DFBA0D7}" srcOrd="0" destOrd="0" presId="urn:microsoft.com/office/officeart/2005/8/layout/vProcess5"/>
    <dgm:cxn modelId="{85AE3343-2113-164B-BA82-E12B277A0DC0}" type="presOf" srcId="{64C7BAE3-82D1-4BBF-814D-EC50AA33F923}" destId="{1027B5EF-9DE9-4E4F-8EEC-966EA22EDBBC}" srcOrd="0" destOrd="0" presId="urn:microsoft.com/office/officeart/2005/8/layout/vProcess5"/>
    <dgm:cxn modelId="{14DC8E4C-777C-F34E-B29D-492BAB31CE91}" type="presOf" srcId="{0F677EFB-4BE4-4421-B4CA-85DAC764FAEB}" destId="{39E686E9-2F6F-834E-880C-7179FBB3770F}" srcOrd="0" destOrd="0" presId="urn:microsoft.com/office/officeart/2005/8/layout/vProcess5"/>
    <dgm:cxn modelId="{D949B76B-375E-DF41-BBA9-FF6BD30F2D59}" type="presOf" srcId="{93F9AA9A-D936-4CBF-83F8-432DA59E5061}" destId="{D5D3B49D-0D73-B644-AD22-646172AA070B}" srcOrd="0" destOrd="0" presId="urn:microsoft.com/office/officeart/2005/8/layout/vProcess5"/>
    <dgm:cxn modelId="{BD928A70-1C3E-498A-8FCF-15CCE820D1A6}" srcId="{6FE4BBC7-0385-47F6-9C8E-24B3DE46DC1A}" destId="{6EF62927-8601-4FE0-B6B2-E9DAE7AAECB9}" srcOrd="2" destOrd="0" parTransId="{3647EF73-1548-4B54-82F0-EE6C7F42251D}" sibTransId="{71A4AFCD-1085-4F91-9F71-097905B5E6D9}"/>
    <dgm:cxn modelId="{2FA4D69F-F259-0A48-A7CF-BE3B96B4A2B5}" type="presOf" srcId="{3A41DE06-7CE0-4C67-8FCC-A2B47691BB2D}" destId="{CB99AD44-0159-0549-ABAF-937E5D5A4191}" srcOrd="0" destOrd="0" presId="urn:microsoft.com/office/officeart/2005/8/layout/vProcess5"/>
    <dgm:cxn modelId="{46FFFBA9-92B4-4C4A-AC0C-582170DCED97}" type="presOf" srcId="{3A41DE06-7CE0-4C67-8FCC-A2B47691BB2D}" destId="{4EA23687-24B4-164F-A8F1-6D5B08313F1F}" srcOrd="1" destOrd="0" presId="urn:microsoft.com/office/officeart/2005/8/layout/vProcess5"/>
    <dgm:cxn modelId="{05E41EAB-4524-A242-A541-C3843167B31D}" type="presOf" srcId="{71A4AFCD-1085-4F91-9F71-097905B5E6D9}" destId="{A0F1ADB4-0587-E840-A938-263B24796832}" srcOrd="0" destOrd="0" presId="urn:microsoft.com/office/officeart/2005/8/layout/vProcess5"/>
    <dgm:cxn modelId="{F25038C9-A3B2-3643-B25A-8C46C8E1F5B1}" type="presOf" srcId="{0F677EFB-4BE4-4421-B4CA-85DAC764FAEB}" destId="{17284D36-7D09-C348-A2FB-1514702AE5BF}" srcOrd="1" destOrd="0" presId="urn:microsoft.com/office/officeart/2005/8/layout/vProcess5"/>
    <dgm:cxn modelId="{3747ACCC-CBAE-7644-93F9-DFE22F983C42}" type="presOf" srcId="{93F9AA9A-D936-4CBF-83F8-432DA59E5061}" destId="{4AD4C8A9-4244-7048-8F27-4F3975B0B0BA}" srcOrd="1" destOrd="0" presId="urn:microsoft.com/office/officeart/2005/8/layout/vProcess5"/>
    <dgm:cxn modelId="{1C24C4E7-F6EB-A44A-8B30-7C915F9DC5B7}" type="presOf" srcId="{6FE4BBC7-0385-47F6-9C8E-24B3DE46DC1A}" destId="{BB38FA8C-55C9-7D49-B2BA-4FFE362ED23E}" srcOrd="0" destOrd="0" presId="urn:microsoft.com/office/officeart/2005/8/layout/vProcess5"/>
    <dgm:cxn modelId="{541B17EC-DDDD-45CA-8C95-0B922833FF8B}" srcId="{6FE4BBC7-0385-47F6-9C8E-24B3DE46DC1A}" destId="{3A41DE06-7CE0-4C67-8FCC-A2B47691BB2D}" srcOrd="3" destOrd="0" parTransId="{14AD5BF5-60E2-4F72-8083-B6D2031C8359}" sibTransId="{8C5DCE54-2505-45DC-9AD8-EE8201D65B43}"/>
    <dgm:cxn modelId="{72BCCAEF-04E9-486D-81E6-39F1442364B5}" srcId="{6FE4BBC7-0385-47F6-9C8E-24B3DE46DC1A}" destId="{0F677EFB-4BE4-4421-B4CA-85DAC764FAEB}" srcOrd="0" destOrd="0" parTransId="{DFFDE449-3271-44DC-A39D-53ACFE41A5E5}" sibTransId="{64C7BAE3-82D1-4BBF-814D-EC50AA33F923}"/>
    <dgm:cxn modelId="{010990FB-360B-AA41-B8AC-2D2B5E196177}" type="presParOf" srcId="{BB38FA8C-55C9-7D49-B2BA-4FFE362ED23E}" destId="{567D76FA-DECE-D043-8E14-0F5812BCE15B}" srcOrd="0" destOrd="0" presId="urn:microsoft.com/office/officeart/2005/8/layout/vProcess5"/>
    <dgm:cxn modelId="{1015C309-80DD-0B40-8FDE-8821790D052C}" type="presParOf" srcId="{BB38FA8C-55C9-7D49-B2BA-4FFE362ED23E}" destId="{39E686E9-2F6F-834E-880C-7179FBB3770F}" srcOrd="1" destOrd="0" presId="urn:microsoft.com/office/officeart/2005/8/layout/vProcess5"/>
    <dgm:cxn modelId="{6CF13035-C74E-5843-B858-07FFEAF226F4}" type="presParOf" srcId="{BB38FA8C-55C9-7D49-B2BA-4FFE362ED23E}" destId="{D5D3B49D-0D73-B644-AD22-646172AA070B}" srcOrd="2" destOrd="0" presId="urn:microsoft.com/office/officeart/2005/8/layout/vProcess5"/>
    <dgm:cxn modelId="{B344E9FB-345B-D446-B4FE-266F894D6475}" type="presParOf" srcId="{BB38FA8C-55C9-7D49-B2BA-4FFE362ED23E}" destId="{8360BAE4-4D82-EA4B-BDB9-983C7C0AE29F}" srcOrd="3" destOrd="0" presId="urn:microsoft.com/office/officeart/2005/8/layout/vProcess5"/>
    <dgm:cxn modelId="{E811F66C-427C-AD4C-AC36-FC799C1735B6}" type="presParOf" srcId="{BB38FA8C-55C9-7D49-B2BA-4FFE362ED23E}" destId="{CB99AD44-0159-0549-ABAF-937E5D5A4191}" srcOrd="4" destOrd="0" presId="urn:microsoft.com/office/officeart/2005/8/layout/vProcess5"/>
    <dgm:cxn modelId="{4E95EC27-6B48-8647-B46A-388806C932A7}" type="presParOf" srcId="{BB38FA8C-55C9-7D49-B2BA-4FFE362ED23E}" destId="{1027B5EF-9DE9-4E4F-8EEC-966EA22EDBBC}" srcOrd="5" destOrd="0" presId="urn:microsoft.com/office/officeart/2005/8/layout/vProcess5"/>
    <dgm:cxn modelId="{6C606B40-CA31-D44F-BF9D-1F81DC356721}" type="presParOf" srcId="{BB38FA8C-55C9-7D49-B2BA-4FFE362ED23E}" destId="{AF36486F-1449-CB4A-BF39-50FC1DFBA0D7}" srcOrd="6" destOrd="0" presId="urn:microsoft.com/office/officeart/2005/8/layout/vProcess5"/>
    <dgm:cxn modelId="{1FE6DD31-B8EB-4242-8678-A2CC577ED54A}" type="presParOf" srcId="{BB38FA8C-55C9-7D49-B2BA-4FFE362ED23E}" destId="{A0F1ADB4-0587-E840-A938-263B24796832}" srcOrd="7" destOrd="0" presId="urn:microsoft.com/office/officeart/2005/8/layout/vProcess5"/>
    <dgm:cxn modelId="{17D57326-A543-954C-8953-B2F27BC0A509}" type="presParOf" srcId="{BB38FA8C-55C9-7D49-B2BA-4FFE362ED23E}" destId="{17284D36-7D09-C348-A2FB-1514702AE5BF}" srcOrd="8" destOrd="0" presId="urn:microsoft.com/office/officeart/2005/8/layout/vProcess5"/>
    <dgm:cxn modelId="{8BBB7E7C-ED50-1F46-A4E9-09C82D3C01BA}" type="presParOf" srcId="{BB38FA8C-55C9-7D49-B2BA-4FFE362ED23E}" destId="{4AD4C8A9-4244-7048-8F27-4F3975B0B0BA}" srcOrd="9" destOrd="0" presId="urn:microsoft.com/office/officeart/2005/8/layout/vProcess5"/>
    <dgm:cxn modelId="{6DB20665-8FA1-7A41-8494-08A5D815DB30}" type="presParOf" srcId="{BB38FA8C-55C9-7D49-B2BA-4FFE362ED23E}" destId="{0116FC0D-A757-024E-BC7A-0C962797F918}" srcOrd="10" destOrd="0" presId="urn:microsoft.com/office/officeart/2005/8/layout/vProcess5"/>
    <dgm:cxn modelId="{030F0D88-BA74-F34F-9DEC-68EB31529220}" type="presParOf" srcId="{BB38FA8C-55C9-7D49-B2BA-4FFE362ED23E}" destId="{4EA23687-24B4-164F-A8F1-6D5B08313F1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28F9B1-7D30-4A8B-A8A2-B49BE2DA494C}">
      <dsp:nvSpPr>
        <dsp:cNvPr id="0" name=""/>
        <dsp:cNvSpPr/>
      </dsp:nvSpPr>
      <dsp:spPr>
        <a:xfrm>
          <a:off x="927725" y="1471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7B408-B9C1-4F67-88F7-F4FD995DD184}">
      <dsp:nvSpPr>
        <dsp:cNvPr id="0" name=""/>
        <dsp:cNvSpPr/>
      </dsp:nvSpPr>
      <dsp:spPr>
        <a:xfrm>
          <a:off x="1093627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FA66F-12C0-4A1B-BB58-34F027E93992}">
      <dsp:nvSpPr>
        <dsp:cNvPr id="0" name=""/>
        <dsp:cNvSpPr/>
      </dsp:nvSpPr>
      <dsp:spPr>
        <a:xfrm>
          <a:off x="678871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1: Introduction to Dexterous</a:t>
          </a:r>
          <a:endParaRPr lang="en-US" sz="1100" kern="1200"/>
        </a:p>
      </dsp:txBody>
      <dsp:txXfrm>
        <a:off x="678871" y="1022409"/>
        <a:ext cx="1276171" cy="510468"/>
      </dsp:txXfrm>
    </dsp:sp>
    <dsp:sp modelId="{812019CB-3BE1-4473-ADAC-F757E96C33B1}">
      <dsp:nvSpPr>
        <dsp:cNvPr id="0" name=""/>
        <dsp:cNvSpPr/>
      </dsp:nvSpPr>
      <dsp:spPr>
        <a:xfrm>
          <a:off x="2427227" y="1471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B5A5E2-1681-4FE5-8F5B-E2EB240503C4}">
      <dsp:nvSpPr>
        <dsp:cNvPr id="0" name=""/>
        <dsp:cNvSpPr/>
      </dsp:nvSpPr>
      <dsp:spPr>
        <a:xfrm>
          <a:off x="2593129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5D3C27-2897-4550-97A2-CC5FDD4E2959}">
      <dsp:nvSpPr>
        <dsp:cNvPr id="0" name=""/>
        <dsp:cNvSpPr/>
      </dsp:nvSpPr>
      <dsp:spPr>
        <a:xfrm>
          <a:off x="2178373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2: Literature Survey</a:t>
          </a:r>
          <a:endParaRPr lang="en-US" sz="1100" kern="1200"/>
        </a:p>
      </dsp:txBody>
      <dsp:txXfrm>
        <a:off x="2178373" y="1022409"/>
        <a:ext cx="1276171" cy="510468"/>
      </dsp:txXfrm>
    </dsp:sp>
    <dsp:sp modelId="{F3D956B7-4F7C-4F28-AC51-4A4ACAEC5C2B}">
      <dsp:nvSpPr>
        <dsp:cNvPr id="0" name=""/>
        <dsp:cNvSpPr/>
      </dsp:nvSpPr>
      <dsp:spPr>
        <a:xfrm>
          <a:off x="3926729" y="1471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F9EEB8-5389-4E6E-8DBB-E30CD978718F}">
      <dsp:nvSpPr>
        <dsp:cNvPr id="0" name=""/>
        <dsp:cNvSpPr/>
      </dsp:nvSpPr>
      <dsp:spPr>
        <a:xfrm>
          <a:off x="4092631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AB9B0-CCEB-4F00-982E-991F63615F92}">
      <dsp:nvSpPr>
        <dsp:cNvPr id="0" name=""/>
        <dsp:cNvSpPr/>
      </dsp:nvSpPr>
      <dsp:spPr>
        <a:xfrm>
          <a:off x="3677875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3: Objectives</a:t>
          </a:r>
          <a:endParaRPr lang="en-US" sz="1100" kern="1200"/>
        </a:p>
      </dsp:txBody>
      <dsp:txXfrm>
        <a:off x="3677875" y="1022409"/>
        <a:ext cx="1276171" cy="510468"/>
      </dsp:txXfrm>
    </dsp:sp>
    <dsp:sp modelId="{E05A9E8A-6EE3-4B2B-9F12-8F6B040C1050}">
      <dsp:nvSpPr>
        <dsp:cNvPr id="0" name=""/>
        <dsp:cNvSpPr/>
      </dsp:nvSpPr>
      <dsp:spPr>
        <a:xfrm>
          <a:off x="5426231" y="1471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96FE4E-391D-4566-B428-767D6C49B62D}">
      <dsp:nvSpPr>
        <dsp:cNvPr id="0" name=""/>
        <dsp:cNvSpPr/>
      </dsp:nvSpPr>
      <dsp:spPr>
        <a:xfrm>
          <a:off x="5592133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B206EC-43D1-4E2D-A7DD-9636FD842D93}">
      <dsp:nvSpPr>
        <dsp:cNvPr id="0" name=""/>
        <dsp:cNvSpPr/>
      </dsp:nvSpPr>
      <dsp:spPr>
        <a:xfrm>
          <a:off x="5177377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4: Block Diagram and Working Model</a:t>
          </a:r>
          <a:endParaRPr lang="en-US" sz="1100" kern="1200"/>
        </a:p>
      </dsp:txBody>
      <dsp:txXfrm>
        <a:off x="5177377" y="1022409"/>
        <a:ext cx="1276171" cy="510468"/>
      </dsp:txXfrm>
    </dsp:sp>
    <dsp:sp modelId="{3BA037AE-6CE2-4D4D-93AF-895315A2AC94}">
      <dsp:nvSpPr>
        <dsp:cNvPr id="0" name=""/>
        <dsp:cNvSpPr/>
      </dsp:nvSpPr>
      <dsp:spPr>
        <a:xfrm>
          <a:off x="6925733" y="1471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12A98D-0399-4E1D-AAF3-50C151063D12}">
      <dsp:nvSpPr>
        <dsp:cNvPr id="0" name=""/>
        <dsp:cNvSpPr/>
      </dsp:nvSpPr>
      <dsp:spPr>
        <a:xfrm>
          <a:off x="7091635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7DF12A-50EE-4EC4-84FD-80244A06DA76}">
      <dsp:nvSpPr>
        <dsp:cNvPr id="0" name=""/>
        <dsp:cNvSpPr/>
      </dsp:nvSpPr>
      <dsp:spPr>
        <a:xfrm>
          <a:off x="6676879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5: Industrial Application Diagram</a:t>
          </a:r>
          <a:endParaRPr lang="en-US" sz="1100" kern="1200"/>
        </a:p>
      </dsp:txBody>
      <dsp:txXfrm>
        <a:off x="6676879" y="1022409"/>
        <a:ext cx="1276171" cy="510468"/>
      </dsp:txXfrm>
    </dsp:sp>
    <dsp:sp modelId="{E9EB5CFA-B04E-4969-BE2B-AA8893A73372}">
      <dsp:nvSpPr>
        <dsp:cNvPr id="0" name=""/>
        <dsp:cNvSpPr/>
      </dsp:nvSpPr>
      <dsp:spPr>
        <a:xfrm>
          <a:off x="8425234" y="1471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956995-9B1B-4AF1-97D9-F003D942DCAB}">
      <dsp:nvSpPr>
        <dsp:cNvPr id="0" name=""/>
        <dsp:cNvSpPr/>
      </dsp:nvSpPr>
      <dsp:spPr>
        <a:xfrm>
          <a:off x="8591137" y="167374"/>
          <a:ext cx="446660" cy="44666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4B8AC4-A5D0-4607-AF90-AB5A4BBAD946}">
      <dsp:nvSpPr>
        <dsp:cNvPr id="0" name=""/>
        <dsp:cNvSpPr/>
      </dsp:nvSpPr>
      <dsp:spPr>
        <a:xfrm>
          <a:off x="8176381" y="1022409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6: Hardware and Software Specifications</a:t>
          </a:r>
          <a:endParaRPr lang="en-US" sz="1100" kern="1200"/>
        </a:p>
      </dsp:txBody>
      <dsp:txXfrm>
        <a:off x="8176381" y="1022409"/>
        <a:ext cx="1276171" cy="510468"/>
      </dsp:txXfrm>
    </dsp:sp>
    <dsp:sp modelId="{BE7F6717-2D8A-41A6-AD77-E13543BAEB90}">
      <dsp:nvSpPr>
        <dsp:cNvPr id="0" name=""/>
        <dsp:cNvSpPr/>
      </dsp:nvSpPr>
      <dsp:spPr>
        <a:xfrm>
          <a:off x="3926729" y="1851920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203269-A200-4738-BE41-285452294D91}">
      <dsp:nvSpPr>
        <dsp:cNvPr id="0" name=""/>
        <dsp:cNvSpPr/>
      </dsp:nvSpPr>
      <dsp:spPr>
        <a:xfrm>
          <a:off x="4092631" y="2017823"/>
          <a:ext cx="446660" cy="44666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40F9F-CB7D-42D8-A8DE-2CF4B5021D53}">
      <dsp:nvSpPr>
        <dsp:cNvPr id="0" name=""/>
        <dsp:cNvSpPr/>
      </dsp:nvSpPr>
      <dsp:spPr>
        <a:xfrm>
          <a:off x="3677875" y="2872858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7: References</a:t>
          </a:r>
          <a:endParaRPr lang="en-US" sz="1100" kern="1200"/>
        </a:p>
      </dsp:txBody>
      <dsp:txXfrm>
        <a:off x="3677875" y="2872858"/>
        <a:ext cx="1276171" cy="510468"/>
      </dsp:txXfrm>
    </dsp:sp>
    <dsp:sp modelId="{589F82E6-416A-4E74-B27F-7ECB78233AC3}">
      <dsp:nvSpPr>
        <dsp:cNvPr id="0" name=""/>
        <dsp:cNvSpPr/>
      </dsp:nvSpPr>
      <dsp:spPr>
        <a:xfrm>
          <a:off x="5426231" y="1851920"/>
          <a:ext cx="778464" cy="778464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07D52-3AEE-4072-9EF7-16806478172C}">
      <dsp:nvSpPr>
        <dsp:cNvPr id="0" name=""/>
        <dsp:cNvSpPr/>
      </dsp:nvSpPr>
      <dsp:spPr>
        <a:xfrm>
          <a:off x="5592133" y="2017823"/>
          <a:ext cx="446660" cy="446660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090497-8B0D-4045-9754-8C9E9E336680}">
      <dsp:nvSpPr>
        <dsp:cNvPr id="0" name=""/>
        <dsp:cNvSpPr/>
      </dsp:nvSpPr>
      <dsp:spPr>
        <a:xfrm>
          <a:off x="5177377" y="2872858"/>
          <a:ext cx="1276171" cy="5104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100" kern="1200"/>
            <a:t>Section 8: Thanks</a:t>
          </a:r>
          <a:endParaRPr lang="en-US" sz="1100" kern="1200"/>
        </a:p>
      </dsp:txBody>
      <dsp:txXfrm>
        <a:off x="5177377" y="2872858"/>
        <a:ext cx="1276171" cy="5104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E686E9-2F6F-834E-880C-7179FBB3770F}">
      <dsp:nvSpPr>
        <dsp:cNvPr id="0" name=""/>
        <dsp:cNvSpPr/>
      </dsp:nvSpPr>
      <dsp:spPr>
        <a:xfrm>
          <a:off x="0" y="0"/>
          <a:ext cx="5236159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Project Objectives</a:t>
          </a:r>
          <a:endParaRPr lang="en-US" sz="1800" kern="1200"/>
        </a:p>
      </dsp:txBody>
      <dsp:txXfrm>
        <a:off x="31059" y="31059"/>
        <a:ext cx="4002254" cy="998322"/>
      </dsp:txXfrm>
    </dsp:sp>
    <dsp:sp modelId="{D5D3B49D-0D73-B644-AD22-646172AA070B}">
      <dsp:nvSpPr>
        <dsp:cNvPr id="0" name=""/>
        <dsp:cNvSpPr/>
      </dsp:nvSpPr>
      <dsp:spPr>
        <a:xfrm>
          <a:off x="438528" y="1253247"/>
          <a:ext cx="5236159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Precise Control</a:t>
          </a:r>
          <a:r>
            <a:rPr lang="en-IN" sz="1800" kern="1200"/>
            <a:t>: Ensure smooth and accurate movement using ESP32 and servo motors.</a:t>
          </a:r>
          <a:endParaRPr lang="en-US" sz="1800" kern="1200"/>
        </a:p>
      </dsp:txBody>
      <dsp:txXfrm>
        <a:off x="469587" y="1284306"/>
        <a:ext cx="4046226" cy="998322"/>
      </dsp:txXfrm>
    </dsp:sp>
    <dsp:sp modelId="{8360BAE4-4D82-EA4B-BDB9-983C7C0AE29F}">
      <dsp:nvSpPr>
        <dsp:cNvPr id="0" name=""/>
        <dsp:cNvSpPr/>
      </dsp:nvSpPr>
      <dsp:spPr>
        <a:xfrm>
          <a:off x="870511" y="2506494"/>
          <a:ext cx="5236159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Wireless Communication</a:t>
          </a:r>
          <a:r>
            <a:rPr lang="en-IN" sz="1800" kern="1200"/>
            <a:t>: Utilize ESP32 for wireless control via Wi-Fi or Bluetooth, supporting various interfaces.</a:t>
          </a:r>
          <a:endParaRPr lang="en-US" sz="1800" kern="1200"/>
        </a:p>
      </dsp:txBody>
      <dsp:txXfrm>
        <a:off x="901570" y="2537553"/>
        <a:ext cx="4052772" cy="998322"/>
      </dsp:txXfrm>
    </dsp:sp>
    <dsp:sp modelId="{CB99AD44-0159-0549-ABAF-937E5D5A4191}">
      <dsp:nvSpPr>
        <dsp:cNvPr id="0" name=""/>
        <dsp:cNvSpPr/>
      </dsp:nvSpPr>
      <dsp:spPr>
        <a:xfrm>
          <a:off x="1309039" y="3759741"/>
          <a:ext cx="5236159" cy="10604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Modular Design</a:t>
          </a:r>
          <a:r>
            <a:rPr lang="en-IN" sz="1800" kern="1200"/>
            <a:t>: Enable future upgrades with a modular platform for additional sensors, tools, or attachments.</a:t>
          </a:r>
          <a:endParaRPr lang="en-US" sz="1800" kern="1200"/>
        </a:p>
      </dsp:txBody>
      <dsp:txXfrm>
        <a:off x="1340098" y="3790800"/>
        <a:ext cx="4046226" cy="998322"/>
      </dsp:txXfrm>
    </dsp:sp>
    <dsp:sp modelId="{1027B5EF-9DE9-4E4F-8EEC-966EA22EDBBC}">
      <dsp:nvSpPr>
        <dsp:cNvPr id="0" name=""/>
        <dsp:cNvSpPr/>
      </dsp:nvSpPr>
      <dsp:spPr>
        <a:xfrm>
          <a:off x="4546873" y="812200"/>
          <a:ext cx="689286" cy="68928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4701962" y="812200"/>
        <a:ext cx="379108" cy="518688"/>
      </dsp:txXfrm>
    </dsp:sp>
    <dsp:sp modelId="{AF36486F-1449-CB4A-BF39-50FC1DFBA0D7}">
      <dsp:nvSpPr>
        <dsp:cNvPr id="0" name=""/>
        <dsp:cNvSpPr/>
      </dsp:nvSpPr>
      <dsp:spPr>
        <a:xfrm>
          <a:off x="4985401" y="2065447"/>
          <a:ext cx="689286" cy="68928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140490" y="2065447"/>
        <a:ext cx="379108" cy="518688"/>
      </dsp:txXfrm>
    </dsp:sp>
    <dsp:sp modelId="{A0F1ADB4-0587-E840-A938-263B24796832}">
      <dsp:nvSpPr>
        <dsp:cNvPr id="0" name=""/>
        <dsp:cNvSpPr/>
      </dsp:nvSpPr>
      <dsp:spPr>
        <a:xfrm>
          <a:off x="5417384" y="3318695"/>
          <a:ext cx="689286" cy="68928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5572473" y="3318695"/>
        <a:ext cx="379108" cy="5186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/>
              <a:pPr/>
              <a:t>4/6/24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3.jpg"/><Relationship Id="rId5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2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33886109_A_Cost-Efficient_Multipurpose_Service_Robot_using_Raspberry_Pi_and_6_DOF_Robotic_Arm" TargetMode="External"/><Relationship Id="rId3" Type="http://schemas.openxmlformats.org/officeDocument/2006/relationships/image" Target="../media/image33.jpeg"/><Relationship Id="rId7" Type="http://schemas.openxmlformats.org/officeDocument/2006/relationships/hyperlink" Target="https://ozrobotics.com/shop/hiwonder-maxarm-robot-arm-powered-by-esp32-support-python-and-arduino-programming-standard-kit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cademia.edu/50180450/Design_and_implement_of_robotic_arm_and_control_of_moving_via_IoT_with_Arduino_ESP32" TargetMode="External"/><Relationship Id="rId5" Type="http://schemas.openxmlformats.org/officeDocument/2006/relationships/hyperlink" Target="https://iotdesignpro.com/articles/iot-based-robotic-arm-controlling-using-esp32" TargetMode="External"/><Relationship Id="rId10" Type="http://schemas.openxmlformats.org/officeDocument/2006/relationships/hyperlink" Target="https://docs.google.com/spreadsheets/d/1wXcu2AezT9oymwPx0rUag4GGjRIw_IFt9GSfBZX83_Y/edit#gid=0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grabcad.com/library/robot-arm-83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3221-2B80-CFB4-24A1-A6D045C26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0825" y="752354"/>
            <a:ext cx="7197726" cy="3506056"/>
          </a:xfrm>
        </p:spPr>
        <p:txBody>
          <a:bodyPr>
            <a:normAutofit fontScale="90000"/>
          </a:bodyPr>
          <a:lstStyle/>
          <a:p>
            <a:r>
              <a:rPr lang="en-IN" b="1" dirty="0">
                <a:latin typeface="Candara" panose="020E0502030303020204" pitchFamily="34" charset="0"/>
              </a:rPr>
              <a:t>The Journey of Crafting a 6-DOF Robotic Arm with ESP32</a:t>
            </a:r>
            <a:br>
              <a:rPr lang="en-IN" b="1" dirty="0">
                <a:latin typeface="Candara" panose="020E0502030303020204" pitchFamily="34" charset="0"/>
              </a:rPr>
            </a:br>
            <a:br>
              <a:rPr lang="en-IN" b="1" dirty="0">
                <a:latin typeface="Candara" panose="020E0502030303020204" pitchFamily="34" charset="0"/>
              </a:rPr>
            </a:b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E885BA-1925-6338-A8FA-A0798E6DD621}"/>
              </a:ext>
            </a:extLst>
          </p:cNvPr>
          <p:cNvSpPr txBox="1"/>
          <p:nvPr/>
        </p:nvSpPr>
        <p:spPr>
          <a:xfrm>
            <a:off x="6136511" y="3812927"/>
            <a:ext cx="6099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800" b="1" dirty="0">
                <a:latin typeface="Century" panose="02040604050505020304" pitchFamily="18" charset="0"/>
                <a:cs typeface="Damascus" pitchFamily="2" charset="-78"/>
              </a:rPr>
              <a:t>Dexterous</a:t>
            </a:r>
          </a:p>
        </p:txBody>
      </p:sp>
    </p:spTree>
    <p:extLst>
      <p:ext uri="{BB962C8B-B14F-4D97-AF65-F5344CB8AC3E}">
        <p14:creationId xmlns:p14="http://schemas.microsoft.com/office/powerpoint/2010/main" val="5228407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30DC-C5DA-BEF6-6479-15544F85D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37D486-E434-24E1-4F5E-A177EEB9F5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7980856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32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39727-B045-4C45-DFB4-7CCE0742B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/>
              <a:t>Section 1: Introduction to Dexterous</a:t>
            </a:r>
            <a:br>
              <a:rPr lang="en-IN" b="1"/>
            </a:br>
            <a:endParaRPr lang="en-US"/>
          </a:p>
        </p:txBody>
      </p:sp>
      <p:pic>
        <p:nvPicPr>
          <p:cNvPr id="5" name="Picture 4" descr="White bulbs with a yellow one standing out">
            <a:extLst>
              <a:ext uri="{FF2B5EF4-FFF2-40B4-BE49-F238E27FC236}">
                <a16:creationId xmlns:a16="http://schemas.microsoft.com/office/drawing/2014/main" id="{E9D4B4CF-1D0E-3963-3167-AAF982DFDB3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503" r="35373" b="-2"/>
          <a:stretch/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98F38-D20C-EBC3-60CB-46D0EB5C3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500" b="1"/>
              <a:t>Challenge and Innovation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/>
              <a:t>Crafting a 6-DOF Robotic Arm</a:t>
            </a:r>
            <a:r>
              <a:rPr lang="en-IN" sz="1500"/>
              <a:t>: The project involves the creation of a 6-DOF robotic arm using ESP32 and Raspberry Pi 3, presenting a thrilling challenge and opportunity for innovation.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/>
              <a:t>Skill Development</a:t>
            </a:r>
            <a:r>
              <a:rPr lang="en-IN" sz="1500"/>
              <a:t>: The project offers opportunities to hone mechanical, electronic, and coding skills, providing practical knowledge in cutting-edge technology.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IN" sz="1500" b="1"/>
              <a:t>Future Automation Insight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/>
              <a:t>Insight into Future Automation</a:t>
            </a:r>
            <a:r>
              <a:rPr lang="en-IN" sz="1500"/>
              <a:t>: The project offers deep insight into future automation with ESP32 and Raspberry Pi 3, positioning participants as contributors to future advancements in the field.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500" b="1"/>
              <a:t>Transformative Experience</a:t>
            </a:r>
            <a:r>
              <a:rPr lang="en-IN" sz="1500"/>
              <a:t>: Creating a 6-DOF robotic arm isn't just a project; it's a transformative experience propelling individuals into the realm of advanced technology.</a:t>
            </a:r>
          </a:p>
          <a:p>
            <a:pPr>
              <a:lnSpc>
                <a:spcPct val="9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743539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97038-BE3F-1CA5-578A-83B648B91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en-IN" b="1"/>
              <a:t>Section 2: Literature Survey</a:t>
            </a:r>
            <a:br>
              <a:rPr lang="en-IN" b="1"/>
            </a:br>
            <a:endParaRPr lang="en-US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BFDFA7F2-14DF-DE1C-498F-FA7341B533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00" r="20577" b="-2"/>
          <a:stretch/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1284-5AF6-3A35-4A6C-9A85D1A18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b="1"/>
              <a:t>Key Trends and Findings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b="1"/>
              <a:t>Common Control Technologies</a:t>
            </a:r>
            <a:r>
              <a:rPr lang="en-IN"/>
              <a:t>: ESP32 and Raspberry Pi 3 are common for control, showcasing synergy in the field of robotics.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b="1"/>
              <a:t>Affordability and Flexibility</a:t>
            </a:r>
            <a:r>
              <a:rPr lang="en-IN"/>
              <a:t>: 3D printing is vital for cost-effective 6-DOF fabrication, highlighting affordability and flexibility in a 6-DOF context.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b="1"/>
              <a:t>Integration of Locomotion</a:t>
            </a:r>
            <a:r>
              <a:rPr lang="en-IN"/>
              <a:t>: There is a trend towards integrating 6-DOF arms with locomotion, showcasing advancements in the field.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b="1"/>
              <a:t>Advances and Trends</a:t>
            </a:r>
            <a:r>
              <a:rPr lang="en-IN"/>
              <a:t>: The literature survey concludes that there are advances in 6-DOF arms with locomotion, using ESP32 and Raspberry Pi 3. It also highlights future research opportunities in refining controls and expanding applications.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IN"/>
          </a:p>
          <a:p>
            <a:pPr marL="0" indent="0">
              <a:lnSpc>
                <a:spcPct val="90000"/>
              </a:lnSpc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93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7F4244-5001-48FC-6910-6E230B708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</a:rPr>
              <a:t>Objectives</a:t>
            </a:r>
            <a:br>
              <a:rPr lang="en-IN" b="1">
                <a:solidFill>
                  <a:srgbClr val="FFFFFF"/>
                </a:solidFill>
              </a:rPr>
            </a:br>
            <a:endParaRPr lang="en-US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546942-CE2A-AB7C-81B8-FEACD51393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6263643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42764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-1786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NC lathe processing">
            <a:extLst>
              <a:ext uri="{FF2B5EF4-FFF2-40B4-BE49-F238E27FC236}">
                <a16:creationId xmlns:a16="http://schemas.microsoft.com/office/drawing/2014/main" id="{E18F9783-7055-9BAE-4DCD-FE928154A5E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25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" y="893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480717-3122-8E5D-A338-74A62912C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IN" b="1"/>
              <a:t>Additional Objectives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69B23-0F60-EEE3-383B-FE66B63DA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3649133"/>
          </a:xfrm>
        </p:spPr>
        <p:txBody>
          <a:bodyPr>
            <a:normAutofit/>
          </a:bodyPr>
          <a:lstStyle/>
          <a:p>
            <a:r>
              <a:rPr lang="en-IN"/>
              <a:t>1. </a:t>
            </a:r>
            <a:r>
              <a:rPr lang="en-IN" b="1"/>
              <a:t>Locomotion Integration</a:t>
            </a:r>
            <a:r>
              <a:rPr lang="en-IN"/>
              <a:t>: Develop and implement a robust system for the robotic arm to move effectively and efficiently, allowing it to perform tasks with precision and accuracy. </a:t>
            </a:r>
          </a:p>
          <a:p>
            <a:r>
              <a:rPr lang="en-IN"/>
              <a:t>2. </a:t>
            </a:r>
            <a:r>
              <a:rPr lang="en-IN" b="1"/>
              <a:t>End-Effector Customization</a:t>
            </a:r>
            <a:r>
              <a:rPr lang="en-IN"/>
              <a:t>: Create a flexible system that enables the customization of end-effectors to cater to specific tasks and applications. This will allow for seamless adaptation to various scenarios and requirements. </a:t>
            </a:r>
          </a:p>
          <a:p>
            <a:r>
              <a:rPr lang="en-IN"/>
              <a:t>3. </a:t>
            </a:r>
            <a:r>
              <a:rPr lang="en-IN" b="1"/>
              <a:t>Safety Measures</a:t>
            </a:r>
            <a:r>
              <a:rPr lang="en-IN"/>
              <a:t>: Incorporate advanced safety features such as obstacle detection and secure operation protocols to ensure the robotic arm operates in a safe and controlled manner, minimizing potential hazards and risks.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65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-1786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697BF3-5ACE-E893-8DDB-3F62233DF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687" y="3572"/>
            <a:ext cx="10131425" cy="1456267"/>
          </a:xfrm>
        </p:spPr>
        <p:txBody>
          <a:bodyPr>
            <a:normAutofit/>
          </a:bodyPr>
          <a:lstStyle/>
          <a:p>
            <a:r>
              <a:rPr lang="en-IN" b="1" dirty="0"/>
              <a:t>Circuit Diagram and Working Model</a:t>
            </a:r>
            <a:endParaRPr lang="en-US" dirty="0"/>
          </a:p>
        </p:txBody>
      </p:sp>
      <p:pic>
        <p:nvPicPr>
          <p:cNvPr id="4" name="Picture 3" descr="A diagram of a computer chip&#10;&#10;Description automatically generated">
            <a:extLst>
              <a:ext uri="{FF2B5EF4-FFF2-40B4-BE49-F238E27FC236}">
                <a16:creationId xmlns:a16="http://schemas.microsoft.com/office/drawing/2014/main" id="{51509640-771E-4D21-E346-0C8EAA291B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483" y="1239920"/>
            <a:ext cx="6159661" cy="5071724"/>
          </a:xfrm>
          <a:prstGeom prst="rect">
            <a:avLst/>
          </a:prstGeom>
        </p:spPr>
      </p:pic>
      <p:pic>
        <p:nvPicPr>
          <p:cNvPr id="5" name="VID-20240404-WA0076.mp4">
            <a:hlinkClick r:id="" action="ppaction://media"/>
            <a:extLst>
              <a:ext uri="{FF2B5EF4-FFF2-40B4-BE49-F238E27FC236}">
                <a16:creationId xmlns:a16="http://schemas.microsoft.com/office/drawing/2014/main" id="{D574F9B7-0E5E-B755-6327-20AB6E044B0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 rot="16200000">
            <a:off x="6752314" y="1640759"/>
            <a:ext cx="5071724" cy="4270044"/>
          </a:xfrm>
        </p:spPr>
      </p:pic>
    </p:spTree>
    <p:extLst>
      <p:ext uri="{BB962C8B-B14F-4D97-AF65-F5344CB8AC3E}">
        <p14:creationId xmlns:p14="http://schemas.microsoft.com/office/powerpoint/2010/main" val="409457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64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1C2A0-B23A-6009-8C21-CA2A499A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4681873" cy="145626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100" b="1"/>
              <a:t>Hardware and Software Specifications</a:t>
            </a:r>
            <a:br>
              <a:rPr lang="en-IN" sz="3100" b="1"/>
            </a:br>
            <a:endParaRPr lang="en-US" sz="31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667E4-DB91-DADE-24EF-20A2179AA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4681873" cy="3649133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IN" sz="1700" b="1"/>
              <a:t>Hardware Specifications: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1) Kill Switch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2) Battery 12V LiPo Battery 3 Cells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3) PCA 9685 module Servo Driver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4) ESP32 microcontroller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5) Jumper Cables (Male to Female and Female to Female)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6) Wires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7) PDB Board for Power Distribution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/>
              <a:t>8) LEDs and Resistors and switches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700"/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590820A0-B14B-4F1C-8DDA-174AC2B14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21267604">
            <a:off x="8565602" y="3905595"/>
            <a:ext cx="3639934" cy="3163289"/>
            <a:chOff x="5281603" y="104899"/>
            <a:chExt cx="6910397" cy="6005491"/>
          </a:xfrm>
        </p:grpSpPr>
        <p:sp>
          <p:nvSpPr>
            <p:cNvPr id="178" name="Freeform 98">
              <a:extLst>
                <a:ext uri="{FF2B5EF4-FFF2-40B4-BE49-F238E27FC236}">
                  <a16:creationId xmlns:a16="http://schemas.microsoft.com/office/drawing/2014/main" id="{A0B952A8-34E8-46AE-B7EC-D9FB3BF1EE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77C0821D-1BFC-498C-BEE4-6CE6B6B2C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180" name="Straight Connector 179">
                <a:extLst>
                  <a:ext uri="{FF2B5EF4-FFF2-40B4-BE49-F238E27FC236}">
                    <a16:creationId xmlns:a16="http://schemas.microsoft.com/office/drawing/2014/main" id="{8CAE6635-A640-4DF6-8A57-8989A6B7B8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>
                <a:extLst>
                  <a:ext uri="{FF2B5EF4-FFF2-40B4-BE49-F238E27FC236}">
                    <a16:creationId xmlns:a16="http://schemas.microsoft.com/office/drawing/2014/main" id="{BA16D7B4-883D-4B71-A28E-8BDCD687E8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>
                <a:extLst>
                  <a:ext uri="{FF2B5EF4-FFF2-40B4-BE49-F238E27FC236}">
                    <a16:creationId xmlns:a16="http://schemas.microsoft.com/office/drawing/2014/main" id="{B72A9B10-2C9E-4DDF-8C99-874229A492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>
                <a:extLst>
                  <a:ext uri="{FF2B5EF4-FFF2-40B4-BE49-F238E27FC236}">
                    <a16:creationId xmlns:a16="http://schemas.microsoft.com/office/drawing/2014/main" id="{6EF75B38-CC94-4DE1-A968-D9E320A926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>
                <a:extLst>
                  <a:ext uri="{FF2B5EF4-FFF2-40B4-BE49-F238E27FC236}">
                    <a16:creationId xmlns:a16="http://schemas.microsoft.com/office/drawing/2014/main" id="{F0E9350D-D958-4D62-8379-58ADFF9545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84">
                <a:extLst>
                  <a:ext uri="{FF2B5EF4-FFF2-40B4-BE49-F238E27FC236}">
                    <a16:creationId xmlns:a16="http://schemas.microsoft.com/office/drawing/2014/main" id="{61CA4590-01F5-4F10-A727-F0EE16FD3E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85">
                <a:extLst>
                  <a:ext uri="{FF2B5EF4-FFF2-40B4-BE49-F238E27FC236}">
                    <a16:creationId xmlns:a16="http://schemas.microsoft.com/office/drawing/2014/main" id="{34D2BBC3-F36B-4D06-BCA7-F71AD66980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>
                <a:extLst>
                  <a:ext uri="{FF2B5EF4-FFF2-40B4-BE49-F238E27FC236}">
                    <a16:creationId xmlns:a16="http://schemas.microsoft.com/office/drawing/2014/main" id="{09AD5E0B-9B13-4228-A23D-83F17DD01A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>
                <a:extLst>
                  <a:ext uri="{FF2B5EF4-FFF2-40B4-BE49-F238E27FC236}">
                    <a16:creationId xmlns:a16="http://schemas.microsoft.com/office/drawing/2014/main" id="{3E153321-B19E-4FA5-8A22-05A91F2AC4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>
                <a:extLst>
                  <a:ext uri="{FF2B5EF4-FFF2-40B4-BE49-F238E27FC236}">
                    <a16:creationId xmlns:a16="http://schemas.microsoft.com/office/drawing/2014/main" id="{8CB9B077-591C-4298-888F-32BB6D0AB6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>
                <a:extLst>
                  <a:ext uri="{FF2B5EF4-FFF2-40B4-BE49-F238E27FC236}">
                    <a16:creationId xmlns:a16="http://schemas.microsoft.com/office/drawing/2014/main" id="{F6FAFF7A-3D2E-40E1-961C-C2875D67D3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Straight Connector 190">
                <a:extLst>
                  <a:ext uri="{FF2B5EF4-FFF2-40B4-BE49-F238E27FC236}">
                    <a16:creationId xmlns:a16="http://schemas.microsoft.com/office/drawing/2014/main" id="{37AB21FA-AE5F-4714-968F-356DEE791F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91">
                <a:extLst>
                  <a:ext uri="{FF2B5EF4-FFF2-40B4-BE49-F238E27FC236}">
                    <a16:creationId xmlns:a16="http://schemas.microsoft.com/office/drawing/2014/main" id="{6A657826-1C0D-47DD-9B11-E93A32B64C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92">
                <a:extLst>
                  <a:ext uri="{FF2B5EF4-FFF2-40B4-BE49-F238E27FC236}">
                    <a16:creationId xmlns:a16="http://schemas.microsoft.com/office/drawing/2014/main" id="{C0DC7092-7C59-441C-9840-7163FAB2D6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Straight Connector 193">
                <a:extLst>
                  <a:ext uri="{FF2B5EF4-FFF2-40B4-BE49-F238E27FC236}">
                    <a16:creationId xmlns:a16="http://schemas.microsoft.com/office/drawing/2014/main" id="{356E4341-2683-4149-A265-F498A3B79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5" name="Straight Connector 194">
                <a:extLst>
                  <a:ext uri="{FF2B5EF4-FFF2-40B4-BE49-F238E27FC236}">
                    <a16:creationId xmlns:a16="http://schemas.microsoft.com/office/drawing/2014/main" id="{12D68886-7F13-46BC-9D15-BAF1B45EC3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95">
                <a:extLst>
                  <a:ext uri="{FF2B5EF4-FFF2-40B4-BE49-F238E27FC236}">
                    <a16:creationId xmlns:a16="http://schemas.microsoft.com/office/drawing/2014/main" id="{B17C4A21-61C9-400C-B013-440B0338B6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FDB85B97-7A10-452C-95EB-4CBC73A729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>
                <a:extLst>
                  <a:ext uri="{FF2B5EF4-FFF2-40B4-BE49-F238E27FC236}">
                    <a16:creationId xmlns:a16="http://schemas.microsoft.com/office/drawing/2014/main" id="{C5A1D773-A4DC-4A3D-BB9D-E056BAC3B7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9A7184E7-1D5B-4687-8ADC-B776C1EFB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332D3DC5-864B-4B44-9E09-2FE1AD048A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50DB5CCD-3BBF-45CE-B561-4579A82BD0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81DD1944-44B9-4A99-A105-7C364538CA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>
                <a:extLst>
                  <a:ext uri="{FF2B5EF4-FFF2-40B4-BE49-F238E27FC236}">
                    <a16:creationId xmlns:a16="http://schemas.microsoft.com/office/drawing/2014/main" id="{45ACDF35-7550-4E16-9914-613447CC0F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>
                <a:extLst>
                  <a:ext uri="{FF2B5EF4-FFF2-40B4-BE49-F238E27FC236}">
                    <a16:creationId xmlns:a16="http://schemas.microsoft.com/office/drawing/2014/main" id="{3BE9C83A-DEB3-4D63-A163-8223B68140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>
                <a:extLst>
                  <a:ext uri="{FF2B5EF4-FFF2-40B4-BE49-F238E27FC236}">
                    <a16:creationId xmlns:a16="http://schemas.microsoft.com/office/drawing/2014/main" id="{76FFC901-4314-4DC8-BCF5-34E1ACC591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>
                <a:extLst>
                  <a:ext uri="{FF2B5EF4-FFF2-40B4-BE49-F238E27FC236}">
                    <a16:creationId xmlns:a16="http://schemas.microsoft.com/office/drawing/2014/main" id="{5ACA1D64-7220-4CB4-9BF1-69B45B4822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E565C435-F20D-4ACD-921E-A46F19D671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988848F1-0711-4763-BC8B-76970B5C86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>
                <a:extLst>
                  <a:ext uri="{FF2B5EF4-FFF2-40B4-BE49-F238E27FC236}">
                    <a16:creationId xmlns:a16="http://schemas.microsoft.com/office/drawing/2014/main" id="{CF1F2F9F-1FE7-4945-95B9-09731BE954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FD030805-517F-4B88-A49B-B0E89A0A9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Connector 210">
                <a:extLst>
                  <a:ext uri="{FF2B5EF4-FFF2-40B4-BE49-F238E27FC236}">
                    <a16:creationId xmlns:a16="http://schemas.microsoft.com/office/drawing/2014/main" id="{A51D02D9-7DCC-42F6-BBD4-62F841ED42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70B07484-4B4C-4B4E-9841-E455CCF19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3183CA18-F3C2-4329-AC85-63B53C6A63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5F40AEE3-A69A-4F08-95EC-D4427E2461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192C26C7-E36B-4C29-9C8B-963C7C350D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EA2AB60F-895F-49A6-A514-5EDE49E67C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7" name="Straight Connector 216">
                <a:extLst>
                  <a:ext uri="{FF2B5EF4-FFF2-40B4-BE49-F238E27FC236}">
                    <a16:creationId xmlns:a16="http://schemas.microsoft.com/office/drawing/2014/main" id="{2A53213F-862F-474E-9DE6-F06F3F344C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8D556880-E892-4297-B930-959E868A1F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Straight Connector 218">
                <a:extLst>
                  <a:ext uri="{FF2B5EF4-FFF2-40B4-BE49-F238E27FC236}">
                    <a16:creationId xmlns:a16="http://schemas.microsoft.com/office/drawing/2014/main" id="{F786BA14-25A0-4244-92EE-40B324E323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54A8FE26-68CA-4ED2-AC18-175CCD3855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A02032B0-7225-492F-A909-4A5FA8B1CA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1AA3885E-E420-40C5-8B05-E5167027DD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DA973D3B-A048-46C9-8DA7-6792F2F949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7BAEE237-4C03-4C0B-9951-EB14A53620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4E1D87A6-7BC8-4BD7-A2B9-B64555B75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617DFB34-0FF3-45E0-86D1-14367FD4E1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FB72F8F4-90B4-4099-B7E7-4F060A017D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59A58548-CA86-4B09-9534-0B9F46F1C6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1395729B-8C0E-41B8-B3ED-3E25B3289D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0" name="Straight Connector 229">
                <a:extLst>
                  <a:ext uri="{FF2B5EF4-FFF2-40B4-BE49-F238E27FC236}">
                    <a16:creationId xmlns:a16="http://schemas.microsoft.com/office/drawing/2014/main" id="{A3910024-5A98-44CB-96D6-6F18BEE2B1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1" name="Straight Connector 230">
                <a:extLst>
                  <a:ext uri="{FF2B5EF4-FFF2-40B4-BE49-F238E27FC236}">
                    <a16:creationId xmlns:a16="http://schemas.microsoft.com/office/drawing/2014/main" id="{271B185B-BD9C-4F33-A1CA-8053DC4F18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2" name="Straight Connector 231">
                <a:extLst>
                  <a:ext uri="{FF2B5EF4-FFF2-40B4-BE49-F238E27FC236}">
                    <a16:creationId xmlns:a16="http://schemas.microsoft.com/office/drawing/2014/main" id="{7D04AC18-163B-4734-89C3-160679520D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3" name="Straight Connector 232">
                <a:extLst>
                  <a:ext uri="{FF2B5EF4-FFF2-40B4-BE49-F238E27FC236}">
                    <a16:creationId xmlns:a16="http://schemas.microsoft.com/office/drawing/2014/main" id="{F08A3168-5207-4A96-AF77-4442A6DD40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Connector 233">
                <a:extLst>
                  <a:ext uri="{FF2B5EF4-FFF2-40B4-BE49-F238E27FC236}">
                    <a16:creationId xmlns:a16="http://schemas.microsoft.com/office/drawing/2014/main" id="{F103104E-3B79-4584-BC67-1617345678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5" name="Straight Connector 234">
                <a:extLst>
                  <a:ext uri="{FF2B5EF4-FFF2-40B4-BE49-F238E27FC236}">
                    <a16:creationId xmlns:a16="http://schemas.microsoft.com/office/drawing/2014/main" id="{DAE2661F-465D-44F7-832A-93816854D4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6" name="Straight Connector 235">
                <a:extLst>
                  <a:ext uri="{FF2B5EF4-FFF2-40B4-BE49-F238E27FC236}">
                    <a16:creationId xmlns:a16="http://schemas.microsoft.com/office/drawing/2014/main" id="{26351CA6-C76B-4C66-9378-C385BBE402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7" name="Straight Connector 236">
                <a:extLst>
                  <a:ext uri="{FF2B5EF4-FFF2-40B4-BE49-F238E27FC236}">
                    <a16:creationId xmlns:a16="http://schemas.microsoft.com/office/drawing/2014/main" id="{242756B9-0921-4B55-B129-1C794D4FDA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737841ED-C77C-4824-BBDB-A4AD5CC4C7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04E74C45-8542-46B2-AAA4-9749090683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2B975665-5AAD-40D4-AC00-1047ED6593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B046CFA9-FF2B-4D62-8063-8D68FF4801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E50C0FC6-86F2-4AAC-9174-25FB83DA6F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88652921-868F-4CCF-B70C-034DAD2E76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02A55E7D-1C8A-4438-A99F-3ACAC87A77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43610C07-2EF7-4475-AF6C-9CA4C0645F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B17D69AF-D03D-4514-A534-475B175912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Connector 246">
                <a:extLst>
                  <a:ext uri="{FF2B5EF4-FFF2-40B4-BE49-F238E27FC236}">
                    <a16:creationId xmlns:a16="http://schemas.microsoft.com/office/drawing/2014/main" id="{570FDC14-72EE-470D-876E-6517413658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8" name="Straight Connector 247">
                <a:extLst>
                  <a:ext uri="{FF2B5EF4-FFF2-40B4-BE49-F238E27FC236}">
                    <a16:creationId xmlns:a16="http://schemas.microsoft.com/office/drawing/2014/main" id="{8BEAC2A8-991D-4B96-ABE3-9A32625B22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9" name="Straight Connector 248">
                <a:extLst>
                  <a:ext uri="{FF2B5EF4-FFF2-40B4-BE49-F238E27FC236}">
                    <a16:creationId xmlns:a16="http://schemas.microsoft.com/office/drawing/2014/main" id="{E4FDD02D-2AD2-4A6C-BBC9-15591F457B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0" name="Straight Connector 249">
                <a:extLst>
                  <a:ext uri="{FF2B5EF4-FFF2-40B4-BE49-F238E27FC236}">
                    <a16:creationId xmlns:a16="http://schemas.microsoft.com/office/drawing/2014/main" id="{F6844DDA-5D96-4DEA-A208-28BBA35901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Straight Connector 250">
                <a:extLst>
                  <a:ext uri="{FF2B5EF4-FFF2-40B4-BE49-F238E27FC236}">
                    <a16:creationId xmlns:a16="http://schemas.microsoft.com/office/drawing/2014/main" id="{A96F2E86-56F4-4B0C-8D83-55D2865C87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Straight Connector 251">
                <a:extLst>
                  <a:ext uri="{FF2B5EF4-FFF2-40B4-BE49-F238E27FC236}">
                    <a16:creationId xmlns:a16="http://schemas.microsoft.com/office/drawing/2014/main" id="{C193D075-DE33-4AD6-937B-FC2912872E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Straight Connector 252">
                <a:extLst>
                  <a:ext uri="{FF2B5EF4-FFF2-40B4-BE49-F238E27FC236}">
                    <a16:creationId xmlns:a16="http://schemas.microsoft.com/office/drawing/2014/main" id="{B59EA056-638E-430D-AE76-796F1ED38B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Straight Connector 253">
                <a:extLst>
                  <a:ext uri="{FF2B5EF4-FFF2-40B4-BE49-F238E27FC236}">
                    <a16:creationId xmlns:a16="http://schemas.microsoft.com/office/drawing/2014/main" id="{8D75FB12-06AB-46A1-BFE4-D16F35625C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351D4855-B924-45D6-A884-31A6BC9630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8397D34C-609D-44DB-AFF8-75858A4F31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2EA17769-C4B1-4138-875F-A58D5D8497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3B02E948-8CD2-4C3C-9E5D-262DAC3C96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5392608">
            <a:off x="7397406" y="-618857"/>
            <a:ext cx="4915057" cy="4271437"/>
            <a:chOff x="5281603" y="104899"/>
            <a:chExt cx="6910397" cy="6005491"/>
          </a:xfrm>
        </p:grpSpPr>
        <p:sp>
          <p:nvSpPr>
            <p:cNvPr id="260" name="Freeform 17">
              <a:extLst>
                <a:ext uri="{FF2B5EF4-FFF2-40B4-BE49-F238E27FC236}">
                  <a16:creationId xmlns:a16="http://schemas.microsoft.com/office/drawing/2014/main" id="{F8E025EC-8201-4DC5-B858-C2EEA8121D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2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5D00349E-7825-4D5D-81A3-6A5FB2D95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2B0493F4-7EE3-40BC-9693-4C30116976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05D627BB-BD2B-4E33-837E-94DABD948C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4" name="Straight Connector 263">
                <a:extLst>
                  <a:ext uri="{FF2B5EF4-FFF2-40B4-BE49-F238E27FC236}">
                    <a16:creationId xmlns:a16="http://schemas.microsoft.com/office/drawing/2014/main" id="{0948FD7F-4A95-419F-9592-F1AE43EB39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Connector 264">
                <a:extLst>
                  <a:ext uri="{FF2B5EF4-FFF2-40B4-BE49-F238E27FC236}">
                    <a16:creationId xmlns:a16="http://schemas.microsoft.com/office/drawing/2014/main" id="{76D13955-7897-45BF-AE8D-F635DE7296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6" name="Straight Connector 265">
                <a:extLst>
                  <a:ext uri="{FF2B5EF4-FFF2-40B4-BE49-F238E27FC236}">
                    <a16:creationId xmlns:a16="http://schemas.microsoft.com/office/drawing/2014/main" id="{AD38C1DF-38DA-4D6D-AEDD-F23C531045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7" name="Straight Connector 266">
                <a:extLst>
                  <a:ext uri="{FF2B5EF4-FFF2-40B4-BE49-F238E27FC236}">
                    <a16:creationId xmlns:a16="http://schemas.microsoft.com/office/drawing/2014/main" id="{5618B3C8-757B-4262-8325-56E79801F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8" name="Straight Connector 267">
                <a:extLst>
                  <a:ext uri="{FF2B5EF4-FFF2-40B4-BE49-F238E27FC236}">
                    <a16:creationId xmlns:a16="http://schemas.microsoft.com/office/drawing/2014/main" id="{5BC63D8C-C95A-4588-AEC8-83438699A3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9" name="Straight Connector 268">
                <a:extLst>
                  <a:ext uri="{FF2B5EF4-FFF2-40B4-BE49-F238E27FC236}">
                    <a16:creationId xmlns:a16="http://schemas.microsoft.com/office/drawing/2014/main" id="{E1EBAFC9-1157-4512-A58B-E8DBDCB0E0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Straight Connector 269">
                <a:extLst>
                  <a:ext uri="{FF2B5EF4-FFF2-40B4-BE49-F238E27FC236}">
                    <a16:creationId xmlns:a16="http://schemas.microsoft.com/office/drawing/2014/main" id="{D5C42AD4-0C0A-44F8-BEF5-76D798BB14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1" name="Straight Connector 270">
                <a:extLst>
                  <a:ext uri="{FF2B5EF4-FFF2-40B4-BE49-F238E27FC236}">
                    <a16:creationId xmlns:a16="http://schemas.microsoft.com/office/drawing/2014/main" id="{FA2FDF3F-1D8B-4D7F-9713-D2785051C4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Straight Connector 271">
                <a:extLst>
                  <a:ext uri="{FF2B5EF4-FFF2-40B4-BE49-F238E27FC236}">
                    <a16:creationId xmlns:a16="http://schemas.microsoft.com/office/drawing/2014/main" id="{CE5C02B7-5014-410B-A59B-ABA9017C96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FA738C92-C3B6-43D5-A718-230FE5A78A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A7FDBFA0-A00A-4C49-A38C-5197E28B1E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162F2930-B81B-47BF-BAB6-6CD862E0AC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BDB0E661-1786-4C8B-B4AA-1C46DBB09F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EAE039B6-9B91-4DF7-B2E1-BEC620E8AF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A09B3898-68D4-4032-973C-3297FA2A0B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56FDF469-A729-4C34-9A4E-FC7F50FB6E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B42661BA-C51F-493E-BA84-7E8E02647B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BCA6BFC1-5596-4F25-8834-B82EC76C03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ADC0C4EA-8B26-488D-842A-8492C28EFA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3" name="Straight Connector 282">
                <a:extLst>
                  <a:ext uri="{FF2B5EF4-FFF2-40B4-BE49-F238E27FC236}">
                    <a16:creationId xmlns:a16="http://schemas.microsoft.com/office/drawing/2014/main" id="{1365199F-3DA2-4ECE-8AA0-B37E7E3AFB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>
                <a:extLst>
                  <a:ext uri="{FF2B5EF4-FFF2-40B4-BE49-F238E27FC236}">
                    <a16:creationId xmlns:a16="http://schemas.microsoft.com/office/drawing/2014/main" id="{9F8EAD3C-6628-48E5-A004-B34EFF17E2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5" name="Straight Connector 284">
                <a:extLst>
                  <a:ext uri="{FF2B5EF4-FFF2-40B4-BE49-F238E27FC236}">
                    <a16:creationId xmlns:a16="http://schemas.microsoft.com/office/drawing/2014/main" id="{8627E51D-F7F3-432F-B018-3390B0A3E2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B0A796D9-B9B7-497E-91F4-257D2CCAA2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7" name="Straight Connector 286">
                <a:extLst>
                  <a:ext uri="{FF2B5EF4-FFF2-40B4-BE49-F238E27FC236}">
                    <a16:creationId xmlns:a16="http://schemas.microsoft.com/office/drawing/2014/main" id="{E4E17776-2D77-4801-AFE4-553D807E01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AF653420-3C79-432A-9CAB-6A4AEC545B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CB4F431F-451E-4136-B596-17B6396321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75E18572-BE7A-4234-B454-FD38ABFAE2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5EB9F985-7C1A-4BFE-A4DC-F35AA0D04E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500648B4-39E6-409B-A151-2A6CC6D3C4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013A2463-A9F5-45B4-804E-5595FAE42C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CBF3193A-025E-4BE6-9AD5-D3106F9D78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E2832A9B-55E5-494A-A717-3617EDD1F2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CC0DA7BF-4BD6-46F6-91A1-E38E259FC7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87B5F7E4-8A2A-468D-8EF3-6D7171EBC0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F6A8F3CE-3B42-4770-8933-7C9BCA91B6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6224EF38-8522-4A6A-BA96-BAAB1A136C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42B702F4-3A4F-475E-A874-62BA9C76A0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1BF12728-61DB-4CA7-BFEA-C67E21001E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2A114F6C-B377-4620-9C72-92D0FA5095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Straight Connector 302">
                <a:extLst>
                  <a:ext uri="{FF2B5EF4-FFF2-40B4-BE49-F238E27FC236}">
                    <a16:creationId xmlns:a16="http://schemas.microsoft.com/office/drawing/2014/main" id="{185FB219-37DC-4CBB-BDEF-43EF98EB00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2060F2EE-256C-4A23-A980-9C317EA5F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Straight Connector 304">
                <a:extLst>
                  <a:ext uri="{FF2B5EF4-FFF2-40B4-BE49-F238E27FC236}">
                    <a16:creationId xmlns:a16="http://schemas.microsoft.com/office/drawing/2014/main" id="{52F37857-F893-4D54-B377-60870C91BC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>
                <a:extLst>
                  <a:ext uri="{FF2B5EF4-FFF2-40B4-BE49-F238E27FC236}">
                    <a16:creationId xmlns:a16="http://schemas.microsoft.com/office/drawing/2014/main" id="{F5DEA293-2202-41FF-B5FE-71F06BAA69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>
                <a:extLst>
                  <a:ext uri="{FF2B5EF4-FFF2-40B4-BE49-F238E27FC236}">
                    <a16:creationId xmlns:a16="http://schemas.microsoft.com/office/drawing/2014/main" id="{A9C59CAC-07BD-4C27-8926-C55E46BD10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>
                <a:extLst>
                  <a:ext uri="{FF2B5EF4-FFF2-40B4-BE49-F238E27FC236}">
                    <a16:creationId xmlns:a16="http://schemas.microsoft.com/office/drawing/2014/main" id="{480FA13A-0B04-4946-9A24-2701584E2D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>
                <a:extLst>
                  <a:ext uri="{FF2B5EF4-FFF2-40B4-BE49-F238E27FC236}">
                    <a16:creationId xmlns:a16="http://schemas.microsoft.com/office/drawing/2014/main" id="{488CE1CC-C8B3-470F-9512-B590AF9DEB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>
                <a:extLst>
                  <a:ext uri="{FF2B5EF4-FFF2-40B4-BE49-F238E27FC236}">
                    <a16:creationId xmlns:a16="http://schemas.microsoft.com/office/drawing/2014/main" id="{7C1809CD-B912-4E69-A5A5-94EA27B280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>
                <a:extLst>
                  <a:ext uri="{FF2B5EF4-FFF2-40B4-BE49-F238E27FC236}">
                    <a16:creationId xmlns:a16="http://schemas.microsoft.com/office/drawing/2014/main" id="{FB9E3C6C-40C8-4A98-B0AF-C45C414845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>
                <a:extLst>
                  <a:ext uri="{FF2B5EF4-FFF2-40B4-BE49-F238E27FC236}">
                    <a16:creationId xmlns:a16="http://schemas.microsoft.com/office/drawing/2014/main" id="{DBE61EAD-B3F8-4E77-B3B6-0A3374C0F2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>
                <a:extLst>
                  <a:ext uri="{FF2B5EF4-FFF2-40B4-BE49-F238E27FC236}">
                    <a16:creationId xmlns:a16="http://schemas.microsoft.com/office/drawing/2014/main" id="{4303657B-9569-4CB6-A870-F7D678DE67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>
                <a:extLst>
                  <a:ext uri="{FF2B5EF4-FFF2-40B4-BE49-F238E27FC236}">
                    <a16:creationId xmlns:a16="http://schemas.microsoft.com/office/drawing/2014/main" id="{C95E1DFB-B252-4CBC-95A8-D1DC68A185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2D7B24AC-E1C7-4A27-BACA-0AE3C159FD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97ECB039-4BBD-4991-8C57-7D90D4A22C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>
                <a:extLst>
                  <a:ext uri="{FF2B5EF4-FFF2-40B4-BE49-F238E27FC236}">
                    <a16:creationId xmlns:a16="http://schemas.microsoft.com/office/drawing/2014/main" id="{38517C97-1250-4775-B725-2CBD677C3F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8" name="Straight Connector 317">
                <a:extLst>
                  <a:ext uri="{FF2B5EF4-FFF2-40B4-BE49-F238E27FC236}">
                    <a16:creationId xmlns:a16="http://schemas.microsoft.com/office/drawing/2014/main" id="{C9679D68-007E-47A6-A882-07A8088B5C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Straight Connector 318">
                <a:extLst>
                  <a:ext uri="{FF2B5EF4-FFF2-40B4-BE49-F238E27FC236}">
                    <a16:creationId xmlns:a16="http://schemas.microsoft.com/office/drawing/2014/main" id="{767BAF92-FB48-468A-B633-46749349E5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0" name="Straight Connector 319">
                <a:extLst>
                  <a:ext uri="{FF2B5EF4-FFF2-40B4-BE49-F238E27FC236}">
                    <a16:creationId xmlns:a16="http://schemas.microsoft.com/office/drawing/2014/main" id="{2875629C-FBE1-4E58-82B5-53DBC3ABD0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Straight Connector 320">
                <a:extLst>
                  <a:ext uri="{FF2B5EF4-FFF2-40B4-BE49-F238E27FC236}">
                    <a16:creationId xmlns:a16="http://schemas.microsoft.com/office/drawing/2014/main" id="{CC29FC6C-B918-40F3-AAAA-1A4F1DFBE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Straight Connector 321">
                <a:extLst>
                  <a:ext uri="{FF2B5EF4-FFF2-40B4-BE49-F238E27FC236}">
                    <a16:creationId xmlns:a16="http://schemas.microsoft.com/office/drawing/2014/main" id="{2D55E2D8-4D39-4F44-AAE7-B3B2DDDB5B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>
                <a:extLst>
                  <a:ext uri="{FF2B5EF4-FFF2-40B4-BE49-F238E27FC236}">
                    <a16:creationId xmlns:a16="http://schemas.microsoft.com/office/drawing/2014/main" id="{8EF38C89-9B35-40D5-A2EC-AE4FFF17128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>
                <a:extLst>
                  <a:ext uri="{FF2B5EF4-FFF2-40B4-BE49-F238E27FC236}">
                    <a16:creationId xmlns:a16="http://schemas.microsoft.com/office/drawing/2014/main" id="{15C842FE-0918-4A9A-B4F3-F69C539B35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>
                <a:extLst>
                  <a:ext uri="{FF2B5EF4-FFF2-40B4-BE49-F238E27FC236}">
                    <a16:creationId xmlns:a16="http://schemas.microsoft.com/office/drawing/2014/main" id="{C5A2FDBE-9CE6-41C7-A149-1FC75441C4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>
                <a:extLst>
                  <a:ext uri="{FF2B5EF4-FFF2-40B4-BE49-F238E27FC236}">
                    <a16:creationId xmlns:a16="http://schemas.microsoft.com/office/drawing/2014/main" id="{FE76B3FC-2648-4EF2-A363-8AED916B45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>
                <a:extLst>
                  <a:ext uri="{FF2B5EF4-FFF2-40B4-BE49-F238E27FC236}">
                    <a16:creationId xmlns:a16="http://schemas.microsoft.com/office/drawing/2014/main" id="{57AD43BF-C5AB-4324-B39E-5E3AFC8876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>
                <a:extLst>
                  <a:ext uri="{FF2B5EF4-FFF2-40B4-BE49-F238E27FC236}">
                    <a16:creationId xmlns:a16="http://schemas.microsoft.com/office/drawing/2014/main" id="{1D7FC0CC-E465-4316-A7B6-42441D27DC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>
                <a:extLst>
                  <a:ext uri="{FF2B5EF4-FFF2-40B4-BE49-F238E27FC236}">
                    <a16:creationId xmlns:a16="http://schemas.microsoft.com/office/drawing/2014/main" id="{5EF568F1-4905-4D65-8510-683A870976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>
                <a:extLst>
                  <a:ext uri="{FF2B5EF4-FFF2-40B4-BE49-F238E27FC236}">
                    <a16:creationId xmlns:a16="http://schemas.microsoft.com/office/drawing/2014/main" id="{B0779A11-5E9E-4455-8DB7-6BF1F0BA4E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>
                <a:extLst>
                  <a:ext uri="{FF2B5EF4-FFF2-40B4-BE49-F238E27FC236}">
                    <a16:creationId xmlns:a16="http://schemas.microsoft.com/office/drawing/2014/main" id="{2B884067-174C-4C5C-955E-462157D0F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>
                <a:extLst>
                  <a:ext uri="{FF2B5EF4-FFF2-40B4-BE49-F238E27FC236}">
                    <a16:creationId xmlns:a16="http://schemas.microsoft.com/office/drawing/2014/main" id="{BE5F0FA8-85D6-4B51-B2A8-027AC28D82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>
                <a:extLst>
                  <a:ext uri="{FF2B5EF4-FFF2-40B4-BE49-F238E27FC236}">
                    <a16:creationId xmlns:a16="http://schemas.microsoft.com/office/drawing/2014/main" id="{E76C2522-4938-48D4-9ACE-F61BC45271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>
                <a:extLst>
                  <a:ext uri="{FF2B5EF4-FFF2-40B4-BE49-F238E27FC236}">
                    <a16:creationId xmlns:a16="http://schemas.microsoft.com/office/drawing/2014/main" id="{7119966D-0585-4354-991F-856ADF670D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5" name="Straight Connector 334">
                <a:extLst>
                  <a:ext uri="{FF2B5EF4-FFF2-40B4-BE49-F238E27FC236}">
                    <a16:creationId xmlns:a16="http://schemas.microsoft.com/office/drawing/2014/main" id="{6931C16B-534C-413B-A404-870528429A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6" name="Straight Connector 335">
                <a:extLst>
                  <a:ext uri="{FF2B5EF4-FFF2-40B4-BE49-F238E27FC236}">
                    <a16:creationId xmlns:a16="http://schemas.microsoft.com/office/drawing/2014/main" id="{888EA28D-0FC2-4BEA-B3EB-D9DEB3C4F7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7" name="Straight Connector 336">
                <a:extLst>
                  <a:ext uri="{FF2B5EF4-FFF2-40B4-BE49-F238E27FC236}">
                    <a16:creationId xmlns:a16="http://schemas.microsoft.com/office/drawing/2014/main" id="{1F2052B6-705D-484A-9856-BCC35D311E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Connector 337">
                <a:extLst>
                  <a:ext uri="{FF2B5EF4-FFF2-40B4-BE49-F238E27FC236}">
                    <a16:creationId xmlns:a16="http://schemas.microsoft.com/office/drawing/2014/main" id="{B357007E-5B0B-4BC1-96BB-2F9A55E28B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144B8928-2E44-471E-818A-AC5F8B9B1D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D3F906D0-CE7C-484D-8C11-5011F768A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739066">
            <a:off x="5520984" y="3122486"/>
            <a:ext cx="2928062" cy="2544637"/>
            <a:chOff x="5281603" y="104899"/>
            <a:chExt cx="6910397" cy="6005491"/>
          </a:xfrm>
        </p:grpSpPr>
        <p:sp>
          <p:nvSpPr>
            <p:cNvPr id="342" name="Freeform 183">
              <a:extLst>
                <a:ext uri="{FF2B5EF4-FFF2-40B4-BE49-F238E27FC236}">
                  <a16:creationId xmlns:a16="http://schemas.microsoft.com/office/drawing/2014/main" id="{0FE191C3-385B-4E2B-ADE9-0FA9E09CA2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281603" y="104899"/>
              <a:ext cx="6896713" cy="6005491"/>
            </a:xfrm>
            <a:custGeom>
              <a:avLst/>
              <a:gdLst>
                <a:gd name="connsiteX0" fmla="*/ 3912717 w 6896713"/>
                <a:gd name="connsiteY0" fmla="*/ 0 h 6005491"/>
                <a:gd name="connsiteX1" fmla="*/ 6679426 w 6896713"/>
                <a:gd name="connsiteY1" fmla="*/ 1146008 h 6005491"/>
                <a:gd name="connsiteX2" fmla="*/ 6896713 w 6896713"/>
                <a:gd name="connsiteY2" fmla="*/ 1385085 h 6005491"/>
                <a:gd name="connsiteX3" fmla="*/ 6896713 w 6896713"/>
                <a:gd name="connsiteY3" fmla="*/ 1431256 h 6005491"/>
                <a:gd name="connsiteX4" fmla="*/ 6657442 w 6896713"/>
                <a:gd name="connsiteY4" fmla="*/ 1167992 h 6005491"/>
                <a:gd name="connsiteX5" fmla="*/ 3912717 w 6896713"/>
                <a:gd name="connsiteY5" fmla="*/ 31089 h 6005491"/>
                <a:gd name="connsiteX6" fmla="*/ 31089 w 6896713"/>
                <a:gd name="connsiteY6" fmla="*/ 3912717 h 6005491"/>
                <a:gd name="connsiteX7" fmla="*/ 593046 w 6896713"/>
                <a:gd name="connsiteY7" fmla="*/ 5925483 h 6005491"/>
                <a:gd name="connsiteX8" fmla="*/ 633874 w 6896713"/>
                <a:gd name="connsiteY8" fmla="*/ 5989169 h 6005491"/>
                <a:gd name="connsiteX9" fmla="*/ 607415 w 6896713"/>
                <a:gd name="connsiteY9" fmla="*/ 6005491 h 6005491"/>
                <a:gd name="connsiteX10" fmla="*/ 566458 w 6896713"/>
                <a:gd name="connsiteY10" fmla="*/ 5941603 h 6005491"/>
                <a:gd name="connsiteX11" fmla="*/ 0 w 6896713"/>
                <a:gd name="connsiteY11" fmla="*/ 3912717 h 6005491"/>
                <a:gd name="connsiteX12" fmla="*/ 3912717 w 6896713"/>
                <a:gd name="connsiteY12" fmla="*/ 0 h 6005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896713" h="6005491">
                  <a:moveTo>
                    <a:pt x="3912717" y="0"/>
                  </a:moveTo>
                  <a:cubicBezTo>
                    <a:pt x="4993184" y="0"/>
                    <a:pt x="5971363" y="437946"/>
                    <a:pt x="6679426" y="1146008"/>
                  </a:cubicBezTo>
                  <a:lnTo>
                    <a:pt x="6896713" y="1385085"/>
                  </a:lnTo>
                  <a:lnTo>
                    <a:pt x="6896713" y="1431256"/>
                  </a:lnTo>
                  <a:lnTo>
                    <a:pt x="6657442" y="1167992"/>
                  </a:lnTo>
                  <a:cubicBezTo>
                    <a:pt x="5955006" y="465555"/>
                    <a:pt x="4984599" y="31089"/>
                    <a:pt x="3912717" y="31089"/>
                  </a:cubicBezTo>
                  <a:cubicBezTo>
                    <a:pt x="1768953" y="31089"/>
                    <a:pt x="31089" y="1768953"/>
                    <a:pt x="31089" y="3912717"/>
                  </a:cubicBezTo>
                  <a:cubicBezTo>
                    <a:pt x="31089" y="4649636"/>
                    <a:pt x="236442" y="5338592"/>
                    <a:pt x="593046" y="5925483"/>
                  </a:cubicBezTo>
                  <a:lnTo>
                    <a:pt x="633874" y="5989169"/>
                  </a:lnTo>
                  <a:lnTo>
                    <a:pt x="607415" y="6005491"/>
                  </a:lnTo>
                  <a:lnTo>
                    <a:pt x="566458" y="5941603"/>
                  </a:lnTo>
                  <a:cubicBezTo>
                    <a:pt x="206998" y="5350013"/>
                    <a:pt x="0" y="4655538"/>
                    <a:pt x="0" y="3912717"/>
                  </a:cubicBezTo>
                  <a:cubicBezTo>
                    <a:pt x="0" y="1751783"/>
                    <a:pt x="1751783" y="0"/>
                    <a:pt x="3912717" y="0"/>
                  </a:cubicBezTo>
                  <a:close/>
                </a:path>
              </a:pathLst>
            </a:custGeom>
            <a:solidFill>
              <a:srgbClr val="FFFFFF">
                <a:alpha val="41961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DF236ECF-9469-429F-B950-E6274E93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516018" y="331504"/>
              <a:ext cx="6675982" cy="5235326"/>
              <a:chOff x="5516018" y="331504"/>
              <a:chExt cx="6675982" cy="5235326"/>
            </a:xfrm>
          </p:grpSpPr>
          <p:cxnSp>
            <p:nvCxnSpPr>
              <p:cNvPr id="344" name="Straight Connector 343">
                <a:extLst>
                  <a:ext uri="{FF2B5EF4-FFF2-40B4-BE49-F238E27FC236}">
                    <a16:creationId xmlns:a16="http://schemas.microsoft.com/office/drawing/2014/main" id="{ACFB9B6B-3B4B-406C-A9C4-9E15E8EDA9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9266830" y="3315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>
                <a:extLst>
                  <a:ext uri="{FF2B5EF4-FFF2-40B4-BE49-F238E27FC236}">
                    <a16:creationId xmlns:a16="http://schemas.microsoft.com/office/drawing/2014/main" id="{1185F607-E801-4999-8E05-0C8486DAAA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" flipH="1">
                <a:off x="9408861" y="3383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>
                <a:extLst>
                  <a:ext uri="{FF2B5EF4-FFF2-40B4-BE49-F238E27FC236}">
                    <a16:creationId xmlns:a16="http://schemas.microsoft.com/office/drawing/2014/main" id="{2AE80DE6-1860-413C-83A4-3D16C772FC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" flipH="1">
                <a:off x="9551700" y="34763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Straight Connector 346">
                <a:extLst>
                  <a:ext uri="{FF2B5EF4-FFF2-40B4-BE49-F238E27FC236}">
                    <a16:creationId xmlns:a16="http://schemas.microsoft.com/office/drawing/2014/main" id="{BCA67FE0-1324-427A-A3EB-EC0E27E8DA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60000" flipH="1">
                <a:off x="9688748" y="36808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347">
                <a:extLst>
                  <a:ext uri="{FF2B5EF4-FFF2-40B4-BE49-F238E27FC236}">
                    <a16:creationId xmlns:a16="http://schemas.microsoft.com/office/drawing/2014/main" id="{7426A4D5-E148-458E-81B7-A67551CC52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540000" flipH="1">
                <a:off x="9824866" y="38922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Straight Connector 348">
                <a:extLst>
                  <a:ext uri="{FF2B5EF4-FFF2-40B4-BE49-F238E27FC236}">
                    <a16:creationId xmlns:a16="http://schemas.microsoft.com/office/drawing/2014/main" id="{5AE534E1-BFC4-4B6F-B4A6-D0331A128D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660000" flipH="1">
                <a:off x="9966867" y="41754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Straight Connector 349">
                <a:extLst>
                  <a:ext uri="{FF2B5EF4-FFF2-40B4-BE49-F238E27FC236}">
                    <a16:creationId xmlns:a16="http://schemas.microsoft.com/office/drawing/2014/main" id="{F6D2BC14-55E1-4250-A703-26EAE5BEB1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780000" flipH="1">
                <a:off x="10104425" y="4458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Straight Connector 350">
                <a:extLst>
                  <a:ext uri="{FF2B5EF4-FFF2-40B4-BE49-F238E27FC236}">
                    <a16:creationId xmlns:a16="http://schemas.microsoft.com/office/drawing/2014/main" id="{D28FA0B2-4451-4A40-A6A8-B5B2BFFD22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900000" flipH="1">
                <a:off x="10240513" y="47948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2" name="Straight Connector 351">
                <a:extLst>
                  <a:ext uri="{FF2B5EF4-FFF2-40B4-BE49-F238E27FC236}">
                    <a16:creationId xmlns:a16="http://schemas.microsoft.com/office/drawing/2014/main" id="{695551A0-FD49-4C51-9936-31AADCF8F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080000" flipH="1">
                <a:off x="10373882" y="52435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Straight Connector 352">
                <a:extLst>
                  <a:ext uri="{FF2B5EF4-FFF2-40B4-BE49-F238E27FC236}">
                    <a16:creationId xmlns:a16="http://schemas.microsoft.com/office/drawing/2014/main" id="{21AA33D7-B8C3-4A4C-B04C-90496559F6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200000" flipH="1">
                <a:off x="10505632" y="570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Straight Connector 353">
                <a:extLst>
                  <a:ext uri="{FF2B5EF4-FFF2-40B4-BE49-F238E27FC236}">
                    <a16:creationId xmlns:a16="http://schemas.microsoft.com/office/drawing/2014/main" id="{EC11C7CB-C8A3-4FA2-8919-4BDE08B8C0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320000" flipH="1">
                <a:off x="10637382" y="62134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Straight Connector 354">
                <a:extLst>
                  <a:ext uri="{FF2B5EF4-FFF2-40B4-BE49-F238E27FC236}">
                    <a16:creationId xmlns:a16="http://schemas.microsoft.com/office/drawing/2014/main" id="{04122C9F-7650-4E2A-BBDD-5ED1794298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440000" flipH="1">
                <a:off x="10760965" y="69043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355">
                <a:extLst>
                  <a:ext uri="{FF2B5EF4-FFF2-40B4-BE49-F238E27FC236}">
                    <a16:creationId xmlns:a16="http://schemas.microsoft.com/office/drawing/2014/main" id="{B2331B0F-4B2B-49FF-B210-A548BEE14B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" flipH="1">
                <a:off x="10888991" y="755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>
                <a:extLst>
                  <a:ext uri="{FF2B5EF4-FFF2-40B4-BE49-F238E27FC236}">
                    <a16:creationId xmlns:a16="http://schemas.microsoft.com/office/drawing/2014/main" id="{9E66A3B2-EAB9-4D0F-8CC6-133C4B8D26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740000" flipH="1">
                <a:off x="11010193" y="81974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357">
                <a:extLst>
                  <a:ext uri="{FF2B5EF4-FFF2-40B4-BE49-F238E27FC236}">
                    <a16:creationId xmlns:a16="http://schemas.microsoft.com/office/drawing/2014/main" id="{A5D255CC-F767-47F3-9B04-0F597091D8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860000" flipH="1">
                <a:off x="11129014" y="89566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358">
                <a:extLst>
                  <a:ext uri="{FF2B5EF4-FFF2-40B4-BE49-F238E27FC236}">
                    <a16:creationId xmlns:a16="http://schemas.microsoft.com/office/drawing/2014/main" id="{DE6FFD6E-D10A-4E69-B92A-1C3D4AD9006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980000" flipH="1">
                <a:off x="11249872" y="9680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>
                <a:extLst>
                  <a:ext uri="{FF2B5EF4-FFF2-40B4-BE49-F238E27FC236}">
                    <a16:creationId xmlns:a16="http://schemas.microsoft.com/office/drawing/2014/main" id="{9BAE1242-2228-4493-81B5-F7807B8DAC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160000" flipH="1">
                <a:off x="11366875" y="10480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360">
                <a:extLst>
                  <a:ext uri="{FF2B5EF4-FFF2-40B4-BE49-F238E27FC236}">
                    <a16:creationId xmlns:a16="http://schemas.microsoft.com/office/drawing/2014/main" id="{7A6A8552-686E-44B0-AA9A-9488BB77FE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280000" flipH="1">
                <a:off x="11474058" y="11315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>
                <a:extLst>
                  <a:ext uri="{FF2B5EF4-FFF2-40B4-BE49-F238E27FC236}">
                    <a16:creationId xmlns:a16="http://schemas.microsoft.com/office/drawing/2014/main" id="{7C45C190-42DB-4A86-A102-D04A25E1E1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400000" flipH="1">
                <a:off x="11583303" y="122179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>
                <a:extLst>
                  <a:ext uri="{FF2B5EF4-FFF2-40B4-BE49-F238E27FC236}">
                    <a16:creationId xmlns:a16="http://schemas.microsoft.com/office/drawing/2014/main" id="{DC2E5DE9-3511-45AE-9F95-710C8211A3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520000" flipH="1">
                <a:off x="11685344" y="132177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>
                <a:extLst>
                  <a:ext uri="{FF2B5EF4-FFF2-40B4-BE49-F238E27FC236}">
                    <a16:creationId xmlns:a16="http://schemas.microsoft.com/office/drawing/2014/main" id="{53F3C6F6-47A6-4265-878C-5092E93280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700000" flipH="1">
                <a:off x="11787704" y="14176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>
                <a:extLst>
                  <a:ext uri="{FF2B5EF4-FFF2-40B4-BE49-F238E27FC236}">
                    <a16:creationId xmlns:a16="http://schemas.microsoft.com/office/drawing/2014/main" id="{82B1F3E7-F618-4E13-9E16-7118C45C7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820000" flipH="1">
                <a:off x="11880859" y="15179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>
                <a:extLst>
                  <a:ext uri="{FF2B5EF4-FFF2-40B4-BE49-F238E27FC236}">
                    <a16:creationId xmlns:a16="http://schemas.microsoft.com/office/drawing/2014/main" id="{A5E7DF9B-A62B-4C53-A661-B401D7195B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2940000" flipH="1">
                <a:off x="11969252" y="162743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>
                <a:extLst>
                  <a:ext uri="{FF2B5EF4-FFF2-40B4-BE49-F238E27FC236}">
                    <a16:creationId xmlns:a16="http://schemas.microsoft.com/office/drawing/2014/main" id="{EEE4847E-481F-4419-AE1F-90DED5344C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3060000" flipH="1">
                <a:off x="12062016" y="173601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Straight Connector 367">
                <a:extLst>
                  <a:ext uri="{FF2B5EF4-FFF2-40B4-BE49-F238E27FC236}">
                    <a16:creationId xmlns:a16="http://schemas.microsoft.com/office/drawing/2014/main" id="{B13E9C09-74A8-40D0-BC37-74CA31F5D0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074680" y="1910249"/>
                <a:ext cx="117320" cy="82912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Straight Connector 368">
                <a:extLst>
                  <a:ext uri="{FF2B5EF4-FFF2-40B4-BE49-F238E27FC236}">
                    <a16:creationId xmlns:a16="http://schemas.microsoft.com/office/drawing/2014/main" id="{B0009143-1101-4DF3-B01E-766F9BE63D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flipH="1">
                <a:off x="12149943" y="2083594"/>
                <a:ext cx="39676" cy="21436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Straight Connector 369">
                <a:extLst>
                  <a:ext uri="{FF2B5EF4-FFF2-40B4-BE49-F238E27FC236}">
                    <a16:creationId xmlns:a16="http://schemas.microsoft.com/office/drawing/2014/main" id="{995E8D24-3C05-4242-92BA-731FDA5AE6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" flipH="1">
                <a:off x="9127990" y="33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A40A7CC8-D93E-41C0-8322-8EF549E1A5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" flipH="1">
                <a:off x="8987576" y="33663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Straight Connector 371">
                <a:extLst>
                  <a:ext uri="{FF2B5EF4-FFF2-40B4-BE49-F238E27FC236}">
                    <a16:creationId xmlns:a16="http://schemas.microsoft.com/office/drawing/2014/main" id="{0B91F070-941B-4307-9931-156C868BFF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" flipH="1">
                <a:off x="8844859" y="35117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372">
                <a:extLst>
                  <a:ext uri="{FF2B5EF4-FFF2-40B4-BE49-F238E27FC236}">
                    <a16:creationId xmlns:a16="http://schemas.microsoft.com/office/drawing/2014/main" id="{BF90A755-20A8-4274-A4F7-BD624FECFA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" flipH="1">
                <a:off x="8706904" y="3657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>
                <a:extLst>
                  <a:ext uri="{FF2B5EF4-FFF2-40B4-BE49-F238E27FC236}">
                    <a16:creationId xmlns:a16="http://schemas.microsoft.com/office/drawing/2014/main" id="{4D87C615-9E34-495E-8406-FAEFC2F845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20000" flipH="1">
                <a:off x="8568008" y="38789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>
                <a:extLst>
                  <a:ext uri="{FF2B5EF4-FFF2-40B4-BE49-F238E27FC236}">
                    <a16:creationId xmlns:a16="http://schemas.microsoft.com/office/drawing/2014/main" id="{11A383A9-4CA6-4FAB-9F61-C5E53DBF8B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840000" flipH="1">
                <a:off x="8429112" y="4100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D7B6069C-3205-4BBB-ADDF-D85A07E550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960000" flipH="1">
                <a:off x="8294968" y="4462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>
                <a:extLst>
                  <a:ext uri="{FF2B5EF4-FFF2-40B4-BE49-F238E27FC236}">
                    <a16:creationId xmlns:a16="http://schemas.microsoft.com/office/drawing/2014/main" id="{98083F5B-DC24-40B3-92D2-BF90631145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080000" flipH="1">
                <a:off x="8160824" y="48237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>
                <a:extLst>
                  <a:ext uri="{FF2B5EF4-FFF2-40B4-BE49-F238E27FC236}">
                    <a16:creationId xmlns:a16="http://schemas.microsoft.com/office/drawing/2014/main" id="{1AEA55FF-DDBB-4AA2-ACBD-9A4D56FFCC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260000" flipH="1">
                <a:off x="8027689" y="53184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Straight Connector 378">
                <a:extLst>
                  <a:ext uri="{FF2B5EF4-FFF2-40B4-BE49-F238E27FC236}">
                    <a16:creationId xmlns:a16="http://schemas.microsoft.com/office/drawing/2014/main" id="{2E00B1FB-F492-483C-B4D3-893BE48D29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380000" flipH="1">
                <a:off x="7894554" y="58132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>
                <a:extLst>
                  <a:ext uri="{FF2B5EF4-FFF2-40B4-BE49-F238E27FC236}">
                    <a16:creationId xmlns:a16="http://schemas.microsoft.com/office/drawing/2014/main" id="{576CFD40-49E1-465A-9B23-F9D980D9A4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500000" flipH="1">
                <a:off x="7761419" y="63079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>
                <a:extLst>
                  <a:ext uri="{FF2B5EF4-FFF2-40B4-BE49-F238E27FC236}">
                    <a16:creationId xmlns:a16="http://schemas.microsoft.com/office/drawing/2014/main" id="{5D63EDB7-C852-43C0-9954-6F2196FABE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620000" flipH="1">
                <a:off x="7636645" y="68980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Straight Connector 381">
                <a:extLst>
                  <a:ext uri="{FF2B5EF4-FFF2-40B4-BE49-F238E27FC236}">
                    <a16:creationId xmlns:a16="http://schemas.microsoft.com/office/drawing/2014/main" id="{316E726A-0F37-45E3-9BDF-42ECAA68F6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800000" flipH="1">
                <a:off x="7511871" y="75119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382">
                <a:extLst>
                  <a:ext uri="{FF2B5EF4-FFF2-40B4-BE49-F238E27FC236}">
                    <a16:creationId xmlns:a16="http://schemas.microsoft.com/office/drawing/2014/main" id="{29E8E54E-8FB5-4650-AD2D-C65F3F53A9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1920000" flipH="1">
                <a:off x="7387899" y="81977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33018142-C705-4D1B-8C27-83842B8D18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040000" flipH="1">
                <a:off x="7268530" y="89316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4B029D1D-41B1-45D6-8FC5-9EBEEEBD51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160000" flipH="1">
                <a:off x="7152030" y="97658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385">
                <a:extLst>
                  <a:ext uri="{FF2B5EF4-FFF2-40B4-BE49-F238E27FC236}">
                    <a16:creationId xmlns:a16="http://schemas.microsoft.com/office/drawing/2014/main" id="{238CE0A4-BE74-4418-8DB6-FC0A391029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340000" flipH="1">
                <a:off x="7041695" y="106002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386">
                <a:extLst>
                  <a:ext uri="{FF2B5EF4-FFF2-40B4-BE49-F238E27FC236}">
                    <a16:creationId xmlns:a16="http://schemas.microsoft.com/office/drawing/2014/main" id="{C5DC5DB6-FAE4-45E0-A0E5-E613B8D7E1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460000" flipH="1">
                <a:off x="6931360" y="114346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3FBB2B3B-650C-4D6B-BA13-A71D6CB8CD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580000" flipH="1">
                <a:off x="6819070" y="123586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AA61A363-0BE0-4381-9635-02A60AE9C1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700000" flipH="1">
                <a:off x="6721359" y="133274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Straight Connector 389">
                <a:extLst>
                  <a:ext uri="{FF2B5EF4-FFF2-40B4-BE49-F238E27FC236}">
                    <a16:creationId xmlns:a16="http://schemas.microsoft.com/office/drawing/2014/main" id="{F363EFF4-A1A6-4E57-8128-D13002EAD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2880000" flipH="1">
                <a:off x="6617467" y="1429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Straight Connector 390">
                <a:extLst>
                  <a:ext uri="{FF2B5EF4-FFF2-40B4-BE49-F238E27FC236}">
                    <a16:creationId xmlns:a16="http://schemas.microsoft.com/office/drawing/2014/main" id="{744B3004-D3A0-4C95-8618-02CD578CCD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000000" flipH="1">
                <a:off x="6520032" y="15272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Straight Connector 391">
                <a:extLst>
                  <a:ext uri="{FF2B5EF4-FFF2-40B4-BE49-F238E27FC236}">
                    <a16:creationId xmlns:a16="http://schemas.microsoft.com/office/drawing/2014/main" id="{48511694-389A-4FA7-950D-D0B63A422C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120000" flipH="1">
                <a:off x="6429579" y="16416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03CF007D-1A35-4653-994F-C5DC685C43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240000" flipH="1">
                <a:off x="6340532" y="17504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Straight Connector 393">
                <a:extLst>
                  <a:ext uri="{FF2B5EF4-FFF2-40B4-BE49-F238E27FC236}">
                    <a16:creationId xmlns:a16="http://schemas.microsoft.com/office/drawing/2014/main" id="{E268873C-3BA1-4848-8A1E-55D4416950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420000" flipH="1">
                <a:off x="6261757" y="18601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Straight Connector 394">
                <a:extLst>
                  <a:ext uri="{FF2B5EF4-FFF2-40B4-BE49-F238E27FC236}">
                    <a16:creationId xmlns:a16="http://schemas.microsoft.com/office/drawing/2014/main" id="{6F28B5E8-5EF7-40C6-8012-75E3ADCB41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540000" flipH="1">
                <a:off x="6184144" y="197961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Straight Connector 395">
                <a:extLst>
                  <a:ext uri="{FF2B5EF4-FFF2-40B4-BE49-F238E27FC236}">
                    <a16:creationId xmlns:a16="http://schemas.microsoft.com/office/drawing/2014/main" id="{C4DD4F11-6920-4398-88A7-0C571FA3F9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660000" flipH="1">
                <a:off x="6106531" y="20990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Straight Connector 396">
                <a:extLst>
                  <a:ext uri="{FF2B5EF4-FFF2-40B4-BE49-F238E27FC236}">
                    <a16:creationId xmlns:a16="http://schemas.microsoft.com/office/drawing/2014/main" id="{B87C9D72-9386-43D4-9C27-2B0A676624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780000" flipH="1">
                <a:off x="6043206" y="222255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Straight Connector 397">
                <a:extLst>
                  <a:ext uri="{FF2B5EF4-FFF2-40B4-BE49-F238E27FC236}">
                    <a16:creationId xmlns:a16="http://schemas.microsoft.com/office/drawing/2014/main" id="{6903FC60-7B4A-4E8D-B64E-A6570168D8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3960000" flipH="1">
                <a:off x="5978913" y="234430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Straight Connector 398">
                <a:extLst>
                  <a:ext uri="{FF2B5EF4-FFF2-40B4-BE49-F238E27FC236}">
                    <a16:creationId xmlns:a16="http://schemas.microsoft.com/office/drawing/2014/main" id="{1565646A-F4D1-434F-ACCE-BC14E5D049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080000" flipH="1">
                <a:off x="5912438" y="24706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Straight Connector 399">
                <a:extLst>
                  <a:ext uri="{FF2B5EF4-FFF2-40B4-BE49-F238E27FC236}">
                    <a16:creationId xmlns:a16="http://schemas.microsoft.com/office/drawing/2014/main" id="{EB5384FB-B917-47C4-9BEF-B81DFEE8C2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200000" flipH="1">
                <a:off x="5858875" y="2600922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03934C7C-17F3-44A9-96A6-AC1E3AFE0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320000" flipH="1">
                <a:off x="5808182" y="273404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88AF32D4-0DB1-4F6F-8B2B-27519AB902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500000" flipH="1">
                <a:off x="5773263" y="286686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402">
                <a:extLst>
                  <a:ext uri="{FF2B5EF4-FFF2-40B4-BE49-F238E27FC236}">
                    <a16:creationId xmlns:a16="http://schemas.microsoft.com/office/drawing/2014/main" id="{E8FB5CFF-2F83-4320-9CD0-CCD78775EC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620000" flipH="1">
                <a:off x="5735963" y="300206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C85CC5D7-8944-4B99-92D2-D827AB9C4F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740000" flipH="1">
                <a:off x="5700105" y="313891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F55CCF6E-2B52-4B36-872D-542D0CDD70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4860000" flipH="1">
                <a:off x="5665939" y="3275489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12D2E4E5-D86C-41AF-B664-F7E0773984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040000" flipH="1">
                <a:off x="5644476" y="341425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Straight Connector 406">
                <a:extLst>
                  <a:ext uri="{FF2B5EF4-FFF2-40B4-BE49-F238E27FC236}">
                    <a16:creationId xmlns:a16="http://schemas.microsoft.com/office/drawing/2014/main" id="{1B38EA97-5B13-4977-B58D-0B28E2D8BA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160000" flipH="1">
                <a:off x="5626530" y="355462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Straight Connector 407">
                <a:extLst>
                  <a:ext uri="{FF2B5EF4-FFF2-40B4-BE49-F238E27FC236}">
                    <a16:creationId xmlns:a16="http://schemas.microsoft.com/office/drawing/2014/main" id="{0CC35DD3-5BF6-4C99-93A1-C0F5ACAB7A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280000" flipH="1">
                <a:off x="5616429" y="3691831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9" name="Straight Connector 408">
                <a:extLst>
                  <a:ext uri="{FF2B5EF4-FFF2-40B4-BE49-F238E27FC236}">
                    <a16:creationId xmlns:a16="http://schemas.microsoft.com/office/drawing/2014/main" id="{A69C8543-88BB-4CDA-8EF5-2850685210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400000" flipH="1">
                <a:off x="5611319" y="38353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0" name="Straight Connector 409">
                <a:extLst>
                  <a:ext uri="{FF2B5EF4-FFF2-40B4-BE49-F238E27FC236}">
                    <a16:creationId xmlns:a16="http://schemas.microsoft.com/office/drawing/2014/main" id="{A091AE30-82E9-4674-9E65-5042AB251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580000" flipH="1">
                <a:off x="5608540" y="3975726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1" name="Straight Connector 410">
                <a:extLst>
                  <a:ext uri="{FF2B5EF4-FFF2-40B4-BE49-F238E27FC236}">
                    <a16:creationId xmlns:a16="http://schemas.microsoft.com/office/drawing/2014/main" id="{9A3D2800-7BCF-4C76-9CCD-6962D5E5E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700000" flipH="1">
                <a:off x="5605761" y="411607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2AD91264-05B7-4454-AE8C-BAC45B331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820000" flipH="1">
                <a:off x="5624195" y="425421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3" name="Straight Connector 412">
                <a:extLst>
                  <a:ext uri="{FF2B5EF4-FFF2-40B4-BE49-F238E27FC236}">
                    <a16:creationId xmlns:a16="http://schemas.microsoft.com/office/drawing/2014/main" id="{2047D64C-CE38-4EDA-8EA5-8A805D525A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5940000" flipH="1">
                <a:off x="5642629" y="43923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4" name="Straight Connector 413">
                <a:extLst>
                  <a:ext uri="{FF2B5EF4-FFF2-40B4-BE49-F238E27FC236}">
                    <a16:creationId xmlns:a16="http://schemas.microsoft.com/office/drawing/2014/main" id="{A3C33408-5D0E-4DE4-8945-9001979D3E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120000" flipH="1">
                <a:off x="5654818" y="4536385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5" name="Straight Connector 414">
                <a:extLst>
                  <a:ext uri="{FF2B5EF4-FFF2-40B4-BE49-F238E27FC236}">
                    <a16:creationId xmlns:a16="http://schemas.microsoft.com/office/drawing/2014/main" id="{E1AE14B5-3844-4A66-A8BC-CD8538C562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240000" flipH="1">
                <a:off x="5684446" y="467136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6" name="Straight Connector 415">
                <a:extLst>
                  <a:ext uri="{FF2B5EF4-FFF2-40B4-BE49-F238E27FC236}">
                    <a16:creationId xmlns:a16="http://schemas.microsoft.com/office/drawing/2014/main" id="{5F78B15A-17F2-474B-A6B5-34B225EBA0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360000" flipH="1">
                <a:off x="5714074" y="4808730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7" name="Straight Connector 416">
                <a:extLst>
                  <a:ext uri="{FF2B5EF4-FFF2-40B4-BE49-F238E27FC236}">
                    <a16:creationId xmlns:a16="http://schemas.microsoft.com/office/drawing/2014/main" id="{114C9FE9-2E7D-466C-978D-713D0A6624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480000" flipH="1">
                <a:off x="5748464" y="4948474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Straight Connector 417">
                <a:extLst>
                  <a:ext uri="{FF2B5EF4-FFF2-40B4-BE49-F238E27FC236}">
                    <a16:creationId xmlns:a16="http://schemas.microsoft.com/office/drawing/2014/main" id="{882ACEF4-C446-4969-92B5-8649558C27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660000" flipH="1">
                <a:off x="5792091" y="5077607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Straight Connector 418">
                <a:extLst>
                  <a:ext uri="{FF2B5EF4-FFF2-40B4-BE49-F238E27FC236}">
                    <a16:creationId xmlns:a16="http://schemas.microsoft.com/office/drawing/2014/main" id="{DDA39D67-86FF-418E-9876-AB14AFD793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780000" flipH="1">
                <a:off x="5847441" y="521122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Straight Connector 419">
                <a:extLst>
                  <a:ext uri="{FF2B5EF4-FFF2-40B4-BE49-F238E27FC236}">
                    <a16:creationId xmlns:a16="http://schemas.microsoft.com/office/drawing/2014/main" id="{2D3BF31F-EEDE-4027-BAE2-CD14B138C5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6900000" flipH="1">
                <a:off x="5900410" y="5342458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1" name="Straight Connector 420">
                <a:extLst>
                  <a:ext uri="{FF2B5EF4-FFF2-40B4-BE49-F238E27FC236}">
                    <a16:creationId xmlns:a16="http://schemas.microsoft.com/office/drawing/2014/main" id="{F37BBBCA-15AD-4E11-813C-E58EE564FD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-7020000" flipH="1">
                <a:off x="5955760" y="5473693"/>
                <a:ext cx="3394" cy="182880"/>
              </a:xfrm>
              <a:prstGeom prst="line">
                <a:avLst/>
              </a:prstGeom>
              <a:ln>
                <a:solidFill>
                  <a:srgbClr val="FFFFFF">
                    <a:alpha val="3019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5" name="Google Shape;237;p22">
            <a:extLst>
              <a:ext uri="{FF2B5EF4-FFF2-40B4-BE49-F238E27FC236}">
                <a16:creationId xmlns:a16="http://schemas.microsoft.com/office/drawing/2014/main" id="{72913E9A-E351-025D-2EC9-0733DF51DBF8}"/>
              </a:ext>
            </a:extLst>
          </p:cNvPr>
          <p:cNvPicPr preferRelativeResize="0"/>
          <p:nvPr/>
        </p:nvPicPr>
        <p:blipFill rotWithShape="1">
          <a:blip r:embed="rId3"/>
          <a:srcRect r="-5" b="-5"/>
          <a:stretch/>
        </p:blipFill>
        <p:spPr>
          <a:xfrm>
            <a:off x="5959325" y="2806240"/>
            <a:ext cx="2902538" cy="2902537"/>
          </a:xfrm>
          <a:custGeom>
            <a:avLst/>
            <a:gdLst/>
            <a:ahLst/>
            <a:cxnLst/>
            <a:rect l="l" t="t" r="r" b="b"/>
            <a:pathLst>
              <a:path w="2851962" h="2851962">
                <a:moveTo>
                  <a:pt x="1425981" y="0"/>
                </a:moveTo>
                <a:cubicBezTo>
                  <a:pt x="2213529" y="0"/>
                  <a:pt x="2851962" y="638433"/>
                  <a:pt x="2851962" y="1425981"/>
                </a:cubicBezTo>
                <a:cubicBezTo>
                  <a:pt x="2851962" y="2213529"/>
                  <a:pt x="2213529" y="2851962"/>
                  <a:pt x="1425981" y="2851962"/>
                </a:cubicBezTo>
                <a:cubicBezTo>
                  <a:pt x="638433" y="2851962"/>
                  <a:pt x="0" y="2213529"/>
                  <a:pt x="0" y="1425981"/>
                </a:cubicBezTo>
                <a:cubicBezTo>
                  <a:pt x="0" y="638433"/>
                  <a:pt x="638433" y="0"/>
                  <a:pt x="1425981" y="0"/>
                </a:cubicBezTo>
                <a:close/>
              </a:path>
            </a:pathLst>
          </a:custGeom>
          <a:noFill/>
        </p:spPr>
      </p:pic>
      <p:pic>
        <p:nvPicPr>
          <p:cNvPr id="6" name="Google Shape;248;p23">
            <a:extLst>
              <a:ext uri="{FF2B5EF4-FFF2-40B4-BE49-F238E27FC236}">
                <a16:creationId xmlns:a16="http://schemas.microsoft.com/office/drawing/2014/main" id="{8075836F-BDE2-9D14-428C-F6AADD22981A}"/>
              </a:ext>
            </a:extLst>
          </p:cNvPr>
          <p:cNvPicPr preferRelativeResize="0"/>
          <p:nvPr/>
        </p:nvPicPr>
        <p:blipFill rotWithShape="1">
          <a:blip r:embed="rId4"/>
          <a:srcRect t="11306" r="-4" b="13231"/>
          <a:stretch/>
        </p:blipFill>
        <p:spPr>
          <a:xfrm>
            <a:off x="8055588" y="-3863"/>
            <a:ext cx="4132754" cy="3445946"/>
          </a:xfrm>
          <a:custGeom>
            <a:avLst/>
            <a:gdLst/>
            <a:ahLst/>
            <a:cxnLst/>
            <a:rect l="l" t="t" r="r" b="b"/>
            <a:pathLst>
              <a:path w="4638368" h="3867534">
                <a:moveTo>
                  <a:pt x="303228" y="0"/>
                </a:moveTo>
                <a:lnTo>
                  <a:pt x="4638368" y="0"/>
                </a:lnTo>
                <a:lnTo>
                  <a:pt x="4638368" y="2952747"/>
                </a:lnTo>
                <a:lnTo>
                  <a:pt x="4585825" y="3013864"/>
                </a:lnTo>
                <a:cubicBezTo>
                  <a:pt x="4103088" y="3538671"/>
                  <a:pt x="3410622" y="3867534"/>
                  <a:pt x="2641346" y="3867534"/>
                </a:cubicBezTo>
                <a:cubicBezTo>
                  <a:pt x="1182571" y="3867534"/>
                  <a:pt x="0" y="2684963"/>
                  <a:pt x="0" y="1226188"/>
                </a:cubicBezTo>
                <a:cubicBezTo>
                  <a:pt x="0" y="815907"/>
                  <a:pt x="93544" y="427475"/>
                  <a:pt x="260466" y="81056"/>
                </a:cubicBezTo>
                <a:close/>
              </a:path>
            </a:pathLst>
          </a:custGeom>
          <a:noFill/>
        </p:spPr>
      </p:pic>
      <p:pic>
        <p:nvPicPr>
          <p:cNvPr id="4" name="Google Shape;234;p22">
            <a:extLst>
              <a:ext uri="{FF2B5EF4-FFF2-40B4-BE49-F238E27FC236}">
                <a16:creationId xmlns:a16="http://schemas.microsoft.com/office/drawing/2014/main" id="{C3E50656-63B2-527E-F332-61827BBC4791}"/>
              </a:ext>
            </a:extLst>
          </p:cNvPr>
          <p:cNvPicPr preferRelativeResize="0"/>
          <p:nvPr/>
        </p:nvPicPr>
        <p:blipFill rotWithShape="1">
          <a:blip r:embed="rId5"/>
          <a:srcRect l="24810" r="25658" b="3"/>
          <a:stretch/>
        </p:blipFill>
        <p:spPr>
          <a:xfrm>
            <a:off x="8888133" y="4144246"/>
            <a:ext cx="3302966" cy="2717299"/>
          </a:xfrm>
          <a:custGeom>
            <a:avLst/>
            <a:gdLst/>
            <a:ahLst/>
            <a:cxnLst/>
            <a:rect l="l" t="t" r="r" b="b"/>
            <a:pathLst>
              <a:path w="3039855" h="2500842">
                <a:moveTo>
                  <a:pt x="1663658" y="0"/>
                </a:moveTo>
                <a:cubicBezTo>
                  <a:pt x="2180490" y="0"/>
                  <a:pt x="2642278" y="235674"/>
                  <a:pt x="2947417" y="605417"/>
                </a:cubicBezTo>
                <a:lnTo>
                  <a:pt x="3039855" y="729032"/>
                </a:lnTo>
                <a:lnTo>
                  <a:pt x="3039855" y="2500842"/>
                </a:lnTo>
                <a:lnTo>
                  <a:pt x="226952" y="2500842"/>
                </a:lnTo>
                <a:lnTo>
                  <a:pt x="155401" y="2366679"/>
                </a:lnTo>
                <a:cubicBezTo>
                  <a:pt x="55691" y="2153127"/>
                  <a:pt x="0" y="1914896"/>
                  <a:pt x="0" y="1663658"/>
                </a:cubicBezTo>
                <a:cubicBezTo>
                  <a:pt x="0" y="744845"/>
                  <a:pt x="744845" y="0"/>
                  <a:pt x="1663658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768706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50;p23">
            <a:extLst>
              <a:ext uri="{FF2B5EF4-FFF2-40B4-BE49-F238E27FC236}">
                <a16:creationId xmlns:a16="http://schemas.microsoft.com/office/drawing/2014/main" id="{D728C0AA-9BDD-0CCA-688B-C0EA2D180C11}"/>
              </a:ext>
            </a:extLst>
          </p:cNvPr>
          <p:cNvPicPr preferRelativeResize="0"/>
          <p:nvPr/>
        </p:nvPicPr>
        <p:blipFill rotWithShape="1">
          <a:blip r:embed="rId3"/>
          <a:srcRect t="22705" b="21045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8B7D16-051E-4562-B872-ABF369C45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9" name="Freeform 5">
            <a:extLst>
              <a:ext uri="{FF2B5EF4-FFF2-40B4-BE49-F238E27FC236}">
                <a16:creationId xmlns:a16="http://schemas.microsoft.com/office/drawing/2014/main" id="{ED10CF64-F588-4794-80E9-12CBA1784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16466" y="-18309"/>
            <a:ext cx="11159068" cy="6894618"/>
          </a:xfrm>
          <a:custGeom>
            <a:avLst/>
            <a:gdLst>
              <a:gd name="T0" fmla="*/ 2331 w 2331"/>
              <a:gd name="T1" fmla="*/ 721 h 1440"/>
              <a:gd name="T2" fmla="*/ 2082 w 2331"/>
              <a:gd name="T3" fmla="*/ 0 h 1440"/>
              <a:gd name="T4" fmla="*/ 249 w 2331"/>
              <a:gd name="T5" fmla="*/ 0 h 1440"/>
              <a:gd name="T6" fmla="*/ 0 w 2331"/>
              <a:gd name="T7" fmla="*/ 721 h 1440"/>
              <a:gd name="T8" fmla="*/ 248 w 2331"/>
              <a:gd name="T9" fmla="*/ 1440 h 1440"/>
              <a:gd name="T10" fmla="*/ 2083 w 2331"/>
              <a:gd name="T11" fmla="*/ 1440 h 1440"/>
              <a:gd name="T12" fmla="*/ 2331 w 2331"/>
              <a:gd name="T13" fmla="*/ 721 h 1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31" h="1440">
                <a:moveTo>
                  <a:pt x="2331" y="721"/>
                </a:moveTo>
                <a:cubicBezTo>
                  <a:pt x="2331" y="449"/>
                  <a:pt x="2238" y="198"/>
                  <a:pt x="2082" y="0"/>
                </a:cubicBezTo>
                <a:cubicBezTo>
                  <a:pt x="249" y="0"/>
                  <a:pt x="249" y="0"/>
                  <a:pt x="249" y="0"/>
                </a:cubicBezTo>
                <a:cubicBezTo>
                  <a:pt x="93" y="198"/>
                  <a:pt x="0" y="449"/>
                  <a:pt x="0" y="721"/>
                </a:cubicBezTo>
                <a:cubicBezTo>
                  <a:pt x="0" y="992"/>
                  <a:pt x="92" y="1242"/>
                  <a:pt x="248" y="1440"/>
                </a:cubicBezTo>
                <a:cubicBezTo>
                  <a:pt x="2083" y="1440"/>
                  <a:pt x="2083" y="1440"/>
                  <a:pt x="2083" y="1440"/>
                </a:cubicBezTo>
                <a:cubicBezTo>
                  <a:pt x="2239" y="1242"/>
                  <a:pt x="2331" y="992"/>
                  <a:pt x="2331" y="721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E1C2A0-B23A-6009-8C21-CA2A499A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067" y="838200"/>
            <a:ext cx="9437159" cy="1227667"/>
          </a:xfrm>
        </p:spPr>
        <p:txBody>
          <a:bodyPr>
            <a:normAutofit/>
          </a:bodyPr>
          <a:lstStyle/>
          <a:p>
            <a:r>
              <a:rPr lang="en-IN" b="1"/>
              <a:t>Hardware and Software Specifications</a:t>
            </a:r>
            <a:br>
              <a:rPr lang="en-IN" b="1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667E4-DB91-DADE-24EF-20A2179AA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0067" y="2006601"/>
            <a:ext cx="9437159" cy="37846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/>
          </a:p>
          <a:p>
            <a:pPr marL="0" indent="0">
              <a:buNone/>
            </a:pPr>
            <a:r>
              <a:rPr lang="en-US" dirty="0"/>
              <a:t>9) Cytron Motor Drivers MDD10A </a:t>
            </a:r>
          </a:p>
          <a:p>
            <a:pPr marL="0" indent="0">
              <a:buNone/>
            </a:pPr>
            <a:r>
              <a:rPr lang="en-US" dirty="0"/>
              <a:t>10) IG 42 motors x4</a:t>
            </a:r>
          </a:p>
          <a:p>
            <a:pPr marL="0" indent="0">
              <a:buNone/>
            </a:pPr>
            <a:r>
              <a:rPr lang="en-US" dirty="0"/>
              <a:t>11) MG995 Servos ×3 </a:t>
            </a:r>
          </a:p>
          <a:p>
            <a:pPr marL="0" indent="0">
              <a:buNone/>
            </a:pPr>
            <a:r>
              <a:rPr lang="en-US" dirty="0"/>
              <a:t>12) DS3115 Servo ×2 </a:t>
            </a:r>
          </a:p>
          <a:p>
            <a:pPr marL="0" indent="0">
              <a:buNone/>
            </a:pPr>
            <a:r>
              <a:rPr lang="en-US" dirty="0"/>
              <a:t>13) SG90 Servo x1 </a:t>
            </a:r>
          </a:p>
          <a:p>
            <a:pPr marL="0" indent="0">
              <a:buNone/>
            </a:pPr>
            <a:r>
              <a:rPr lang="en-US" dirty="0"/>
              <a:t>14) Buck Converters x2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895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1C2A0-B23A-6009-8C21-CA2A499A0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b="1"/>
              <a:t>Hardware and Software Specifications</a:t>
            </a:r>
            <a:br>
              <a:rPr lang="en-IN" b="1"/>
            </a:br>
            <a:endParaRPr lang="en-US"/>
          </a:p>
        </p:txBody>
      </p:sp>
      <p:pic>
        <p:nvPicPr>
          <p:cNvPr id="7" name="Picture 4" descr="CPU with binary numbers and blueprint">
            <a:extLst>
              <a:ext uri="{FF2B5EF4-FFF2-40B4-BE49-F238E27FC236}">
                <a16:creationId xmlns:a16="http://schemas.microsoft.com/office/drawing/2014/main" id="{9C29D354-86AA-EAC9-7235-1C606CFC6C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938" r="28037"/>
          <a:stretch/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667E4-DB91-DADE-24EF-20A2179AA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/>
              <a:t>Software specifications: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AutoNum type="arabicParenR"/>
            </a:pPr>
            <a:r>
              <a:rPr lang="en-US" dirty="0"/>
              <a:t>KiCAD</a:t>
            </a:r>
          </a:p>
          <a:p>
            <a:pPr marL="342900" indent="-342900">
              <a:buAutoNum type="arabicParenR"/>
            </a:pPr>
            <a:r>
              <a:rPr lang="en-US" dirty="0"/>
              <a:t>Arduino IDE 2.2.1</a:t>
            </a:r>
          </a:p>
          <a:p>
            <a:pPr marL="342900" indent="-342900">
              <a:buAutoNum type="arabicParenR"/>
            </a:pPr>
            <a:r>
              <a:rPr lang="en-US" dirty="0"/>
              <a:t>Fusion 360</a:t>
            </a:r>
          </a:p>
        </p:txBody>
      </p:sp>
    </p:spTree>
    <p:extLst>
      <p:ext uri="{BB962C8B-B14F-4D97-AF65-F5344CB8AC3E}">
        <p14:creationId xmlns:p14="http://schemas.microsoft.com/office/powerpoint/2010/main" val="1787382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AAB8D-DDF6-C67B-8CF2-6C681D5A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3835" y="1030288"/>
            <a:ext cx="3263390" cy="103557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IMplementation</a:t>
            </a:r>
          </a:p>
        </p:txBody>
      </p:sp>
      <p:sp>
        <p:nvSpPr>
          <p:cNvPr id="32" name="Rounded Rectangle 22">
            <a:extLst>
              <a:ext uri="{FF2B5EF4-FFF2-40B4-BE49-F238E27FC236}">
                <a16:creationId xmlns:a16="http://schemas.microsoft.com/office/drawing/2014/main" id="{86FD5145-ECC0-491D-A5BC-D31F54E6B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211" y="620116"/>
            <a:ext cx="2395526" cy="2711655"/>
          </a:xfrm>
          <a:prstGeom prst="roundRect">
            <a:avLst>
              <a:gd name="adj" fmla="val 7505"/>
            </a:avLst>
          </a:pr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Content Placeholder 18" descr="A close-up of a robot&#10;&#10;Description automatically generated">
            <a:extLst>
              <a:ext uri="{FF2B5EF4-FFF2-40B4-BE49-F238E27FC236}">
                <a16:creationId xmlns:a16="http://schemas.microsoft.com/office/drawing/2014/main" id="{41BE7B60-1F49-7A38-F542-185BDAF7B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535" y="1165913"/>
            <a:ext cx="2162991" cy="1622243"/>
          </a:xfrm>
          <a:prstGeom prst="roundRect">
            <a:avLst>
              <a:gd name="adj" fmla="val 5453"/>
            </a:avLst>
          </a:prstGeom>
          <a:ln w="50800" cap="sq" cmpd="dbl">
            <a:noFill/>
            <a:miter lim="800000"/>
          </a:ln>
          <a:effectLst/>
        </p:spPr>
      </p:pic>
      <p:sp>
        <p:nvSpPr>
          <p:cNvPr id="34" name="Rounded Rectangle 16">
            <a:extLst>
              <a:ext uri="{FF2B5EF4-FFF2-40B4-BE49-F238E27FC236}">
                <a16:creationId xmlns:a16="http://schemas.microsoft.com/office/drawing/2014/main" id="{130F4120-8463-4AA1-A60F-13DAD292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633" y="3515716"/>
            <a:ext cx="2395527" cy="2711655"/>
          </a:xfrm>
          <a:prstGeom prst="roundRect">
            <a:avLst>
              <a:gd name="adj" fmla="val 7505"/>
            </a:avLst>
          </a:pr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 robot on a metal stand&#10;&#10;Description automatically generated">
            <a:extLst>
              <a:ext uri="{FF2B5EF4-FFF2-40B4-BE49-F238E27FC236}">
                <a16:creationId xmlns:a16="http://schemas.microsoft.com/office/drawing/2014/main" id="{308A14C6-2852-B94A-5D19-EB8F105DC2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614598" y="3940669"/>
            <a:ext cx="2485240" cy="1863930"/>
          </a:xfrm>
          <a:prstGeom prst="roundRect">
            <a:avLst>
              <a:gd name="adj" fmla="val 5453"/>
            </a:avLst>
          </a:prstGeom>
          <a:ln w="50800" cap="sq" cmpd="dbl">
            <a:noFill/>
            <a:miter lim="800000"/>
          </a:ln>
          <a:effectLst/>
        </p:spPr>
      </p:pic>
      <p:sp>
        <p:nvSpPr>
          <p:cNvPr id="36" name="Rounded Rectangle 18">
            <a:extLst>
              <a:ext uri="{FF2B5EF4-FFF2-40B4-BE49-F238E27FC236}">
                <a16:creationId xmlns:a16="http://schemas.microsoft.com/office/drawing/2014/main" id="{B1461D2C-0D6D-418F-AF6B-9D30AAF53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43360" y="620116"/>
            <a:ext cx="3687455" cy="5607255"/>
          </a:xfrm>
          <a:prstGeom prst="roundRect">
            <a:avLst>
              <a:gd name="adj" fmla="val 7505"/>
            </a:avLst>
          </a:prstGeom>
          <a:solidFill>
            <a:schemeClr val="tx1"/>
          </a:solidFill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A hand holding a red controller&#10;&#10;Description automatically generated">
            <a:extLst>
              <a:ext uri="{FF2B5EF4-FFF2-40B4-BE49-F238E27FC236}">
                <a16:creationId xmlns:a16="http://schemas.microsoft.com/office/drawing/2014/main" id="{D9A6229C-10E5-6DB0-0764-D0AF326FD9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2396754" y="1911474"/>
            <a:ext cx="5380840" cy="3026722"/>
          </a:xfrm>
          <a:prstGeom prst="roundRect">
            <a:avLst>
              <a:gd name="adj" fmla="val 5453"/>
            </a:avLst>
          </a:prstGeom>
          <a:ln w="50800" cap="sq" cmpd="dbl">
            <a:noFill/>
            <a:miter lim="800000"/>
          </a:ln>
          <a:effectLst/>
        </p:spPr>
      </p:pic>
      <p:pic>
        <p:nvPicPr>
          <p:cNvPr id="26" name="VID-20240404-WA0076.mp4">
            <a:hlinkClick r:id="" action="ppaction://media"/>
            <a:extLst>
              <a:ext uri="{FF2B5EF4-FFF2-40B4-BE49-F238E27FC236}">
                <a16:creationId xmlns:a16="http://schemas.microsoft.com/office/drawing/2014/main" id="{F33E97FC-9605-BEC2-F415-26D6180CA8F6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 rot="16200000">
            <a:off x="7913954" y="1987284"/>
            <a:ext cx="3429001" cy="3797828"/>
          </a:xfrm>
        </p:spPr>
      </p:pic>
    </p:spTree>
    <p:extLst>
      <p:ext uri="{BB962C8B-B14F-4D97-AF65-F5344CB8AC3E}">
        <p14:creationId xmlns:p14="http://schemas.microsoft.com/office/powerpoint/2010/main" val="4292922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4640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BD94887-6A10-4F62-8EE1-B2BCFA1F38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-1786"/>
            <a:ext cx="12188825" cy="68562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stract background of data">
            <a:extLst>
              <a:ext uri="{FF2B5EF4-FFF2-40B4-BE49-F238E27FC236}">
                <a16:creationId xmlns:a16="http://schemas.microsoft.com/office/drawing/2014/main" id="{3DF386AD-7F39-AE1C-539D-82906A27797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D512BA-228A-4979-9312-ACD246E10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7D6EED-7E53-E0C6-CF61-D240A4C87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>
            <a:normAutofit/>
          </a:bodyPr>
          <a:lstStyle/>
          <a:p>
            <a:r>
              <a:rPr lang="en-US"/>
              <a:t>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26B47-446C-670C-42DE-2789A36BC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3649133"/>
          </a:xfrm>
        </p:spPr>
        <p:txBody>
          <a:bodyPr>
            <a:normAutofit/>
          </a:bodyPr>
          <a:lstStyle/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>
                <a:sym typeface="Roboto"/>
              </a:rPr>
              <a:t>Mohd Ashiq Kamaril Yusoff's, Reza Ezuan Samin, Babul Salam Ksm Kader Ibrahim, “Wireless Mobile Robotic Arm”, ELSEVIER, ResearchGate,  December 2012, 1072-1078. </a:t>
            </a:r>
          </a:p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u="sng">
                <a:hlinkClick r:id="rId5"/>
              </a:rPr>
              <a:t>https://iotdesignpro.com/articles/iot-based-robotic-arm-controlling-using-esp32</a:t>
            </a:r>
            <a:endParaRPr lang="en-US"/>
          </a:p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u="sng">
                <a:hlinkClick r:id="rId6"/>
              </a:rPr>
              <a:t>https://www.academia.edu/50180450/Design_and_implement_of_robotic_arm_and_control_of_moving_via_IoT_with_Arduino_ESP32</a:t>
            </a:r>
            <a:endParaRPr lang="en-US"/>
          </a:p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u="sng">
                <a:hlinkClick r:id="rId7"/>
              </a:rPr>
              <a:t>https://ozrobotics.com/shop/hiwonder-maxarm-robot-arm-powered-by-esp32-support-python-and-arduino-programming-standard-kit/</a:t>
            </a:r>
            <a:endParaRPr lang="en-US"/>
          </a:p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u="sng">
                <a:hlinkClick r:id="rId8"/>
              </a:rPr>
              <a:t>https://www.researchgate.net/publication/333886109_A_Cost-Efficient_Multipurpose_Service_Robot_using_Raspberry_Pi_and_6_DOF_Robotic_Arm</a:t>
            </a:r>
            <a:endParaRPr lang="en-US"/>
          </a:p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u="sng">
                <a:hlinkClick r:id="rId9"/>
              </a:rPr>
              <a:t>https://grabcad.com/library/robot-arm-83</a:t>
            </a:r>
            <a:r>
              <a:rPr lang="en-US"/>
              <a:t> </a:t>
            </a:r>
          </a:p>
          <a:p>
            <a: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u="sng">
                <a:hlinkClick r:id="rId10"/>
              </a:rPr>
              <a:t>https://docs.google.com/spreadsheets/d/1wXcu2AezT9oymwPx0rUag4GGjRIw_IFt9GSfBZX83_Y/edit#gid=0</a:t>
            </a:r>
            <a:r>
              <a:rPr lang="en-US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133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B535D-DC0E-24D9-9F15-EFE5A3AF1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450" y="2519423"/>
            <a:ext cx="10131425" cy="1456267"/>
          </a:xfrm>
        </p:spPr>
        <p:txBody>
          <a:bodyPr>
            <a:normAutofit/>
          </a:bodyPr>
          <a:lstStyle/>
          <a:p>
            <a:r>
              <a:rPr lang="en-US" sz="6600" dirty="0">
                <a:latin typeface="Algerian" pitchFamily="8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751932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369</TotalTime>
  <Words>735</Words>
  <Application>Microsoft Macintosh PowerPoint</Application>
  <PresentationFormat>Widescreen</PresentationFormat>
  <Paragraphs>68</Paragraphs>
  <Slides>13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Calibri</vt:lpstr>
      <vt:lpstr>Calibri Light</vt:lpstr>
      <vt:lpstr>Candara</vt:lpstr>
      <vt:lpstr>Century</vt:lpstr>
      <vt:lpstr>Celestial</vt:lpstr>
      <vt:lpstr>The Journey of Crafting a 6-DOF Robotic Arm with ESP32  </vt:lpstr>
      <vt:lpstr>Contents</vt:lpstr>
      <vt:lpstr>Section 1: Introduction to Dexterous </vt:lpstr>
      <vt:lpstr>Section 2: Literature Survey </vt:lpstr>
      <vt:lpstr>Objectives </vt:lpstr>
      <vt:lpstr>Additional Objectives</vt:lpstr>
      <vt:lpstr>Circuit Diagram and Working Model</vt:lpstr>
      <vt:lpstr>Hardware and Software Specifications </vt:lpstr>
      <vt:lpstr>Hardware and Software Specifications </vt:lpstr>
      <vt:lpstr>Hardware and Software Specifications </vt:lpstr>
      <vt:lpstr>IMplementation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Journey of Crafting a 6-DOF Robotic Arm with ESP32 and Raspberry Pi 3 </dc:title>
  <dc:creator>22113_VISHAL_22_23</dc:creator>
  <cp:lastModifiedBy>22113_VISHAL_22_23</cp:lastModifiedBy>
  <cp:revision>3</cp:revision>
  <dcterms:created xsi:type="dcterms:W3CDTF">2024-04-06T02:49:30Z</dcterms:created>
  <dcterms:modified xsi:type="dcterms:W3CDTF">2024-04-06T09:01:23Z</dcterms:modified>
</cp:coreProperties>
</file>