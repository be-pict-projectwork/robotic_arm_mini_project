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75"/>
  </p:normalViewPr>
  <p:slideViewPr>
    <p:cSldViewPr snapToGrid="0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AC6D3B-5B19-4F78-9A3B-5D7BBCB39F8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A14FAB-DD1F-44EB-BEEB-B67ABBA0D20A}">
      <dgm:prSet/>
      <dgm:spPr/>
      <dgm:t>
        <a:bodyPr/>
        <a:lstStyle/>
        <a:p>
          <a:pPr>
            <a:defRPr cap="all"/>
          </a:pPr>
          <a:r>
            <a:rPr lang="en-IN"/>
            <a:t>Section 1: Introduction to Dexterous</a:t>
          </a:r>
          <a:endParaRPr lang="en-US"/>
        </a:p>
      </dgm:t>
    </dgm:pt>
    <dgm:pt modelId="{14CAC674-D620-4C24-AC70-1E402FD0B36F}" type="parTrans" cxnId="{36EE2788-F457-4703-8986-17E274349445}">
      <dgm:prSet/>
      <dgm:spPr/>
      <dgm:t>
        <a:bodyPr/>
        <a:lstStyle/>
        <a:p>
          <a:endParaRPr lang="en-US"/>
        </a:p>
      </dgm:t>
    </dgm:pt>
    <dgm:pt modelId="{F490BED9-A22E-41AD-8BF7-521495E9D6D3}" type="sibTrans" cxnId="{36EE2788-F457-4703-8986-17E274349445}">
      <dgm:prSet/>
      <dgm:spPr/>
      <dgm:t>
        <a:bodyPr/>
        <a:lstStyle/>
        <a:p>
          <a:endParaRPr lang="en-US"/>
        </a:p>
      </dgm:t>
    </dgm:pt>
    <dgm:pt modelId="{03D27E3A-3FE4-4FA2-98F0-5C8F94451073}">
      <dgm:prSet/>
      <dgm:spPr/>
      <dgm:t>
        <a:bodyPr/>
        <a:lstStyle/>
        <a:p>
          <a:pPr>
            <a:defRPr cap="all"/>
          </a:pPr>
          <a:r>
            <a:rPr lang="en-IN"/>
            <a:t>Section 2: Literature Survey</a:t>
          </a:r>
          <a:endParaRPr lang="en-US"/>
        </a:p>
      </dgm:t>
    </dgm:pt>
    <dgm:pt modelId="{B57E6997-84B3-48D9-A70D-F4070B65B021}" type="parTrans" cxnId="{B857A807-3953-488F-8114-F515E56259FE}">
      <dgm:prSet/>
      <dgm:spPr/>
      <dgm:t>
        <a:bodyPr/>
        <a:lstStyle/>
        <a:p>
          <a:endParaRPr lang="en-US"/>
        </a:p>
      </dgm:t>
    </dgm:pt>
    <dgm:pt modelId="{94E600BE-06CB-4CD5-B6A7-FD1B13E86534}" type="sibTrans" cxnId="{B857A807-3953-488F-8114-F515E56259FE}">
      <dgm:prSet/>
      <dgm:spPr/>
      <dgm:t>
        <a:bodyPr/>
        <a:lstStyle/>
        <a:p>
          <a:endParaRPr lang="en-US"/>
        </a:p>
      </dgm:t>
    </dgm:pt>
    <dgm:pt modelId="{6C91F3F9-E650-4552-AA29-C0E5681E4781}">
      <dgm:prSet/>
      <dgm:spPr/>
      <dgm:t>
        <a:bodyPr/>
        <a:lstStyle/>
        <a:p>
          <a:pPr>
            <a:defRPr cap="all"/>
          </a:pPr>
          <a:r>
            <a:rPr lang="en-IN"/>
            <a:t>Section 3: Objectives</a:t>
          </a:r>
          <a:endParaRPr lang="en-US"/>
        </a:p>
      </dgm:t>
    </dgm:pt>
    <dgm:pt modelId="{C1199B8B-A6E2-41D4-B54F-A2181B8905A8}" type="parTrans" cxnId="{3C08EC30-2F7F-4F01-99F9-59518DD846CF}">
      <dgm:prSet/>
      <dgm:spPr/>
      <dgm:t>
        <a:bodyPr/>
        <a:lstStyle/>
        <a:p>
          <a:endParaRPr lang="en-US"/>
        </a:p>
      </dgm:t>
    </dgm:pt>
    <dgm:pt modelId="{7351BF0B-DF91-41C6-ABEC-27BDF4AF048E}" type="sibTrans" cxnId="{3C08EC30-2F7F-4F01-99F9-59518DD846CF}">
      <dgm:prSet/>
      <dgm:spPr/>
      <dgm:t>
        <a:bodyPr/>
        <a:lstStyle/>
        <a:p>
          <a:endParaRPr lang="en-US"/>
        </a:p>
      </dgm:t>
    </dgm:pt>
    <dgm:pt modelId="{9AE79849-4D12-48EF-A8B5-3F9DC9CB019A}">
      <dgm:prSet/>
      <dgm:spPr/>
      <dgm:t>
        <a:bodyPr/>
        <a:lstStyle/>
        <a:p>
          <a:pPr>
            <a:defRPr cap="all"/>
          </a:pPr>
          <a:r>
            <a:rPr lang="en-IN"/>
            <a:t>Section 4: Block Diagram and Working Model</a:t>
          </a:r>
          <a:endParaRPr lang="en-US"/>
        </a:p>
      </dgm:t>
    </dgm:pt>
    <dgm:pt modelId="{D5EFAF50-A02E-4EB9-93BF-031BBBF83C6F}" type="parTrans" cxnId="{2CA25BA2-2ABB-4F64-B20D-4517B0AD4724}">
      <dgm:prSet/>
      <dgm:spPr/>
      <dgm:t>
        <a:bodyPr/>
        <a:lstStyle/>
        <a:p>
          <a:endParaRPr lang="en-US"/>
        </a:p>
      </dgm:t>
    </dgm:pt>
    <dgm:pt modelId="{21C5D41B-9084-437A-AE9D-96ED23FA5BAB}" type="sibTrans" cxnId="{2CA25BA2-2ABB-4F64-B20D-4517B0AD4724}">
      <dgm:prSet/>
      <dgm:spPr/>
      <dgm:t>
        <a:bodyPr/>
        <a:lstStyle/>
        <a:p>
          <a:endParaRPr lang="en-US"/>
        </a:p>
      </dgm:t>
    </dgm:pt>
    <dgm:pt modelId="{08DE3C7A-E8F7-4D74-816A-525A595FCA3E}">
      <dgm:prSet/>
      <dgm:spPr/>
      <dgm:t>
        <a:bodyPr/>
        <a:lstStyle/>
        <a:p>
          <a:pPr>
            <a:defRPr cap="all"/>
          </a:pPr>
          <a:r>
            <a:rPr lang="en-IN"/>
            <a:t>Section 5: Industrial Application Diagram</a:t>
          </a:r>
          <a:endParaRPr lang="en-US"/>
        </a:p>
      </dgm:t>
    </dgm:pt>
    <dgm:pt modelId="{EE12648D-1F56-4403-87F8-DA4385F1C989}" type="parTrans" cxnId="{7548D2D7-A708-4B5B-A4A9-84911ADD21DB}">
      <dgm:prSet/>
      <dgm:spPr/>
      <dgm:t>
        <a:bodyPr/>
        <a:lstStyle/>
        <a:p>
          <a:endParaRPr lang="en-US"/>
        </a:p>
      </dgm:t>
    </dgm:pt>
    <dgm:pt modelId="{B98B0CE7-28CD-4F48-9C06-1BFDF13A6AFC}" type="sibTrans" cxnId="{7548D2D7-A708-4B5B-A4A9-84911ADD21DB}">
      <dgm:prSet/>
      <dgm:spPr/>
      <dgm:t>
        <a:bodyPr/>
        <a:lstStyle/>
        <a:p>
          <a:endParaRPr lang="en-US"/>
        </a:p>
      </dgm:t>
    </dgm:pt>
    <dgm:pt modelId="{75A01155-D92E-4022-B06D-FECACCF4E59F}">
      <dgm:prSet/>
      <dgm:spPr/>
      <dgm:t>
        <a:bodyPr/>
        <a:lstStyle/>
        <a:p>
          <a:pPr>
            <a:defRPr cap="all"/>
          </a:pPr>
          <a:r>
            <a:rPr lang="en-IN"/>
            <a:t>Section 6: Hardware and Software Specifications</a:t>
          </a:r>
          <a:endParaRPr lang="en-US"/>
        </a:p>
      </dgm:t>
    </dgm:pt>
    <dgm:pt modelId="{44FD8B42-9DE6-4C99-8A69-5FA4D04A1202}" type="parTrans" cxnId="{BC45B3DE-299C-4412-B789-AF3FADBAE148}">
      <dgm:prSet/>
      <dgm:spPr/>
      <dgm:t>
        <a:bodyPr/>
        <a:lstStyle/>
        <a:p>
          <a:endParaRPr lang="en-US"/>
        </a:p>
      </dgm:t>
    </dgm:pt>
    <dgm:pt modelId="{AFA922DD-80E4-4C59-99B2-77F1A6BFCE40}" type="sibTrans" cxnId="{BC45B3DE-299C-4412-B789-AF3FADBAE148}">
      <dgm:prSet/>
      <dgm:spPr/>
      <dgm:t>
        <a:bodyPr/>
        <a:lstStyle/>
        <a:p>
          <a:endParaRPr lang="en-US"/>
        </a:p>
      </dgm:t>
    </dgm:pt>
    <dgm:pt modelId="{E67B2C5B-A96C-420E-A283-6298A08D98AD}">
      <dgm:prSet/>
      <dgm:spPr/>
      <dgm:t>
        <a:bodyPr/>
        <a:lstStyle/>
        <a:p>
          <a:pPr>
            <a:defRPr cap="all"/>
          </a:pPr>
          <a:r>
            <a:rPr lang="en-IN"/>
            <a:t>Section 7: References</a:t>
          </a:r>
          <a:endParaRPr lang="en-US"/>
        </a:p>
      </dgm:t>
    </dgm:pt>
    <dgm:pt modelId="{8812DF0E-CB38-4988-BB71-514775273221}" type="parTrans" cxnId="{A3ADCC99-2A56-4B37-ABE0-FE1E3D05A626}">
      <dgm:prSet/>
      <dgm:spPr/>
      <dgm:t>
        <a:bodyPr/>
        <a:lstStyle/>
        <a:p>
          <a:endParaRPr lang="en-US"/>
        </a:p>
      </dgm:t>
    </dgm:pt>
    <dgm:pt modelId="{E02F0A67-6702-4A02-A58A-8DCF8F4AE909}" type="sibTrans" cxnId="{A3ADCC99-2A56-4B37-ABE0-FE1E3D05A626}">
      <dgm:prSet/>
      <dgm:spPr/>
      <dgm:t>
        <a:bodyPr/>
        <a:lstStyle/>
        <a:p>
          <a:endParaRPr lang="en-US"/>
        </a:p>
      </dgm:t>
    </dgm:pt>
    <dgm:pt modelId="{1E5A2E90-CD50-46C1-BAC0-9440E80F588C}">
      <dgm:prSet/>
      <dgm:spPr/>
      <dgm:t>
        <a:bodyPr/>
        <a:lstStyle/>
        <a:p>
          <a:pPr>
            <a:defRPr cap="all"/>
          </a:pPr>
          <a:r>
            <a:rPr lang="en-IN"/>
            <a:t>Section 8: Thanks</a:t>
          </a:r>
          <a:endParaRPr lang="en-US"/>
        </a:p>
      </dgm:t>
    </dgm:pt>
    <dgm:pt modelId="{79A4A456-E169-4A03-93A3-A79F839DD32A}" type="parTrans" cxnId="{9512862B-7FD2-4D0A-95B3-97277A2CFEA2}">
      <dgm:prSet/>
      <dgm:spPr/>
      <dgm:t>
        <a:bodyPr/>
        <a:lstStyle/>
        <a:p>
          <a:endParaRPr lang="en-US"/>
        </a:p>
      </dgm:t>
    </dgm:pt>
    <dgm:pt modelId="{92C8359B-365F-45D8-8033-8B4B36753B09}" type="sibTrans" cxnId="{9512862B-7FD2-4D0A-95B3-97277A2CFEA2}">
      <dgm:prSet/>
      <dgm:spPr/>
      <dgm:t>
        <a:bodyPr/>
        <a:lstStyle/>
        <a:p>
          <a:endParaRPr lang="en-US"/>
        </a:p>
      </dgm:t>
    </dgm:pt>
    <dgm:pt modelId="{CE2073A5-52C6-4990-9E48-2AF27EEC7828}" type="pres">
      <dgm:prSet presAssocID="{39AC6D3B-5B19-4F78-9A3B-5D7BBCB39F87}" presName="root" presStyleCnt="0">
        <dgm:presLayoutVars>
          <dgm:dir/>
          <dgm:resizeHandles val="exact"/>
        </dgm:presLayoutVars>
      </dgm:prSet>
      <dgm:spPr/>
    </dgm:pt>
    <dgm:pt modelId="{4A44290B-743A-4755-B69D-3796DF05B0F6}" type="pres">
      <dgm:prSet presAssocID="{ABA14FAB-DD1F-44EB-BEEB-B67ABBA0D20A}" presName="compNode" presStyleCnt="0"/>
      <dgm:spPr/>
    </dgm:pt>
    <dgm:pt modelId="{3128F9B1-7D30-4A8B-A8A2-B49BE2DA494C}" type="pres">
      <dgm:prSet presAssocID="{ABA14FAB-DD1F-44EB-BEEB-B67ABBA0D20A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8F7B408-B9C1-4F67-88F7-F4FD995DD184}" type="pres">
      <dgm:prSet presAssocID="{ABA14FAB-DD1F-44EB-BEEB-B67ABBA0D20A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85F78CE-AE44-4C32-8895-B5DF82A52ED6}" type="pres">
      <dgm:prSet presAssocID="{ABA14FAB-DD1F-44EB-BEEB-B67ABBA0D20A}" presName="spaceRect" presStyleCnt="0"/>
      <dgm:spPr/>
    </dgm:pt>
    <dgm:pt modelId="{2B3FA66F-12C0-4A1B-BB58-34F027E93992}" type="pres">
      <dgm:prSet presAssocID="{ABA14FAB-DD1F-44EB-BEEB-B67ABBA0D20A}" presName="textRect" presStyleLbl="revTx" presStyleIdx="0" presStyleCnt="8">
        <dgm:presLayoutVars>
          <dgm:chMax val="1"/>
          <dgm:chPref val="1"/>
        </dgm:presLayoutVars>
      </dgm:prSet>
      <dgm:spPr/>
    </dgm:pt>
    <dgm:pt modelId="{F01F70D8-C97B-4E0B-A971-866A2D7919B5}" type="pres">
      <dgm:prSet presAssocID="{F490BED9-A22E-41AD-8BF7-521495E9D6D3}" presName="sibTrans" presStyleCnt="0"/>
      <dgm:spPr/>
    </dgm:pt>
    <dgm:pt modelId="{CB3AD6AA-FFD5-4122-94C8-D8012CC1D483}" type="pres">
      <dgm:prSet presAssocID="{03D27E3A-3FE4-4FA2-98F0-5C8F94451073}" presName="compNode" presStyleCnt="0"/>
      <dgm:spPr/>
    </dgm:pt>
    <dgm:pt modelId="{812019CB-3BE1-4473-ADAC-F757E96C33B1}" type="pres">
      <dgm:prSet presAssocID="{03D27E3A-3FE4-4FA2-98F0-5C8F94451073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02B5A5E2-1681-4FE5-8F5B-E2EB240503C4}" type="pres">
      <dgm:prSet presAssocID="{03D27E3A-3FE4-4FA2-98F0-5C8F9445107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43C142C-0663-42B0-8D2F-21BA1B1A4200}" type="pres">
      <dgm:prSet presAssocID="{03D27E3A-3FE4-4FA2-98F0-5C8F94451073}" presName="spaceRect" presStyleCnt="0"/>
      <dgm:spPr/>
    </dgm:pt>
    <dgm:pt modelId="{E65D3C27-2897-4550-97A2-CC5FDD4E2959}" type="pres">
      <dgm:prSet presAssocID="{03D27E3A-3FE4-4FA2-98F0-5C8F94451073}" presName="textRect" presStyleLbl="revTx" presStyleIdx="1" presStyleCnt="8">
        <dgm:presLayoutVars>
          <dgm:chMax val="1"/>
          <dgm:chPref val="1"/>
        </dgm:presLayoutVars>
      </dgm:prSet>
      <dgm:spPr/>
    </dgm:pt>
    <dgm:pt modelId="{A2B21CFB-F059-46D6-B509-B61579C86FEB}" type="pres">
      <dgm:prSet presAssocID="{94E600BE-06CB-4CD5-B6A7-FD1B13E86534}" presName="sibTrans" presStyleCnt="0"/>
      <dgm:spPr/>
    </dgm:pt>
    <dgm:pt modelId="{4D4E5005-5E36-4055-B49E-337EB0186988}" type="pres">
      <dgm:prSet presAssocID="{6C91F3F9-E650-4552-AA29-C0E5681E4781}" presName="compNode" presStyleCnt="0"/>
      <dgm:spPr/>
    </dgm:pt>
    <dgm:pt modelId="{F3D956B7-4F7C-4F28-AC51-4A4ACAEC5C2B}" type="pres">
      <dgm:prSet presAssocID="{6C91F3F9-E650-4552-AA29-C0E5681E4781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DF9EEB8-5389-4E6E-8DBB-E30CD978718F}" type="pres">
      <dgm:prSet presAssocID="{6C91F3F9-E650-4552-AA29-C0E5681E478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E4A7577-B313-4E55-840E-39FF1B674D93}" type="pres">
      <dgm:prSet presAssocID="{6C91F3F9-E650-4552-AA29-C0E5681E4781}" presName="spaceRect" presStyleCnt="0"/>
      <dgm:spPr/>
    </dgm:pt>
    <dgm:pt modelId="{71AAB9B0-CCEB-4F00-982E-991F63615F92}" type="pres">
      <dgm:prSet presAssocID="{6C91F3F9-E650-4552-AA29-C0E5681E4781}" presName="textRect" presStyleLbl="revTx" presStyleIdx="2" presStyleCnt="8">
        <dgm:presLayoutVars>
          <dgm:chMax val="1"/>
          <dgm:chPref val="1"/>
        </dgm:presLayoutVars>
      </dgm:prSet>
      <dgm:spPr/>
    </dgm:pt>
    <dgm:pt modelId="{BF7F59F3-F908-44C4-A2D7-637550547A96}" type="pres">
      <dgm:prSet presAssocID="{7351BF0B-DF91-41C6-ABEC-27BDF4AF048E}" presName="sibTrans" presStyleCnt="0"/>
      <dgm:spPr/>
    </dgm:pt>
    <dgm:pt modelId="{5FFA1D88-4A11-47F2-9B9D-CB0B615CD9C8}" type="pres">
      <dgm:prSet presAssocID="{9AE79849-4D12-48EF-A8B5-3F9DC9CB019A}" presName="compNode" presStyleCnt="0"/>
      <dgm:spPr/>
    </dgm:pt>
    <dgm:pt modelId="{E05A9E8A-6EE3-4B2B-9F12-8F6B040C1050}" type="pres">
      <dgm:prSet presAssocID="{9AE79849-4D12-48EF-A8B5-3F9DC9CB019A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096FE4E-391D-4566-B428-767D6C49B62D}" type="pres">
      <dgm:prSet presAssocID="{9AE79849-4D12-48EF-A8B5-3F9DC9CB019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BF7CE4-27E4-45C6-8B40-6F0C8BA0450A}" type="pres">
      <dgm:prSet presAssocID="{9AE79849-4D12-48EF-A8B5-3F9DC9CB019A}" presName="spaceRect" presStyleCnt="0"/>
      <dgm:spPr/>
    </dgm:pt>
    <dgm:pt modelId="{7AB206EC-43D1-4E2D-A7DD-9636FD842D93}" type="pres">
      <dgm:prSet presAssocID="{9AE79849-4D12-48EF-A8B5-3F9DC9CB019A}" presName="textRect" presStyleLbl="revTx" presStyleIdx="3" presStyleCnt="8">
        <dgm:presLayoutVars>
          <dgm:chMax val="1"/>
          <dgm:chPref val="1"/>
        </dgm:presLayoutVars>
      </dgm:prSet>
      <dgm:spPr/>
    </dgm:pt>
    <dgm:pt modelId="{436CA454-0203-4F9F-8D9C-51B50D39A5CB}" type="pres">
      <dgm:prSet presAssocID="{21C5D41B-9084-437A-AE9D-96ED23FA5BAB}" presName="sibTrans" presStyleCnt="0"/>
      <dgm:spPr/>
    </dgm:pt>
    <dgm:pt modelId="{2C32A45C-1D96-4224-96DE-471D553B2D5A}" type="pres">
      <dgm:prSet presAssocID="{08DE3C7A-E8F7-4D74-816A-525A595FCA3E}" presName="compNode" presStyleCnt="0"/>
      <dgm:spPr/>
    </dgm:pt>
    <dgm:pt modelId="{3BA037AE-6CE2-4D4D-93AF-895315A2AC94}" type="pres">
      <dgm:prSet presAssocID="{08DE3C7A-E8F7-4D74-816A-525A595FCA3E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A12A98D-0399-4E1D-AAF3-50C151063D12}" type="pres">
      <dgm:prSet presAssocID="{08DE3C7A-E8F7-4D74-816A-525A595FCA3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F046A71-725B-4223-9084-5E0C53A33DDA}" type="pres">
      <dgm:prSet presAssocID="{08DE3C7A-E8F7-4D74-816A-525A595FCA3E}" presName="spaceRect" presStyleCnt="0"/>
      <dgm:spPr/>
    </dgm:pt>
    <dgm:pt modelId="{BA7DF12A-50EE-4EC4-84FD-80244A06DA76}" type="pres">
      <dgm:prSet presAssocID="{08DE3C7A-E8F7-4D74-816A-525A595FCA3E}" presName="textRect" presStyleLbl="revTx" presStyleIdx="4" presStyleCnt="8">
        <dgm:presLayoutVars>
          <dgm:chMax val="1"/>
          <dgm:chPref val="1"/>
        </dgm:presLayoutVars>
      </dgm:prSet>
      <dgm:spPr/>
    </dgm:pt>
    <dgm:pt modelId="{FFBCF15C-4B31-4BB1-B6B4-6C5BA643323C}" type="pres">
      <dgm:prSet presAssocID="{B98B0CE7-28CD-4F48-9C06-1BFDF13A6AFC}" presName="sibTrans" presStyleCnt="0"/>
      <dgm:spPr/>
    </dgm:pt>
    <dgm:pt modelId="{4BF5FDBA-7663-4481-A8DF-98E862AB4ED8}" type="pres">
      <dgm:prSet presAssocID="{75A01155-D92E-4022-B06D-FECACCF4E59F}" presName="compNode" presStyleCnt="0"/>
      <dgm:spPr/>
    </dgm:pt>
    <dgm:pt modelId="{E9EB5CFA-B04E-4969-BE2B-AA8893A73372}" type="pres">
      <dgm:prSet presAssocID="{75A01155-D92E-4022-B06D-FECACCF4E59F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8956995-9B1B-4AF1-97D9-F003D942DCAB}" type="pres">
      <dgm:prSet presAssocID="{75A01155-D92E-4022-B06D-FECACCF4E59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1EA61FF-FCB9-4931-810E-642F4520F8E9}" type="pres">
      <dgm:prSet presAssocID="{75A01155-D92E-4022-B06D-FECACCF4E59F}" presName="spaceRect" presStyleCnt="0"/>
      <dgm:spPr/>
    </dgm:pt>
    <dgm:pt modelId="{794B8AC4-A5D0-4607-AF90-AB5A4BBAD946}" type="pres">
      <dgm:prSet presAssocID="{75A01155-D92E-4022-B06D-FECACCF4E59F}" presName="textRect" presStyleLbl="revTx" presStyleIdx="5" presStyleCnt="8">
        <dgm:presLayoutVars>
          <dgm:chMax val="1"/>
          <dgm:chPref val="1"/>
        </dgm:presLayoutVars>
      </dgm:prSet>
      <dgm:spPr/>
    </dgm:pt>
    <dgm:pt modelId="{049C3339-62C4-43F3-9326-16B11BA63F93}" type="pres">
      <dgm:prSet presAssocID="{AFA922DD-80E4-4C59-99B2-77F1A6BFCE40}" presName="sibTrans" presStyleCnt="0"/>
      <dgm:spPr/>
    </dgm:pt>
    <dgm:pt modelId="{4DD74767-D6F2-4F1C-BBB7-2FEA2F7B8908}" type="pres">
      <dgm:prSet presAssocID="{E67B2C5B-A96C-420E-A283-6298A08D98AD}" presName="compNode" presStyleCnt="0"/>
      <dgm:spPr/>
    </dgm:pt>
    <dgm:pt modelId="{BE7F6717-2D8A-41A6-AD77-E13543BAEB90}" type="pres">
      <dgm:prSet presAssocID="{E67B2C5B-A96C-420E-A283-6298A08D98AD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6203269-A200-4738-BE41-285452294D91}" type="pres">
      <dgm:prSet presAssocID="{E67B2C5B-A96C-420E-A283-6298A08D98A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4373EBD-6402-4B45-9474-8C9CA90C883C}" type="pres">
      <dgm:prSet presAssocID="{E67B2C5B-A96C-420E-A283-6298A08D98AD}" presName="spaceRect" presStyleCnt="0"/>
      <dgm:spPr/>
    </dgm:pt>
    <dgm:pt modelId="{62B40F9F-CB7D-42D8-A8DE-2CF4B5021D53}" type="pres">
      <dgm:prSet presAssocID="{E67B2C5B-A96C-420E-A283-6298A08D98AD}" presName="textRect" presStyleLbl="revTx" presStyleIdx="6" presStyleCnt="8">
        <dgm:presLayoutVars>
          <dgm:chMax val="1"/>
          <dgm:chPref val="1"/>
        </dgm:presLayoutVars>
      </dgm:prSet>
      <dgm:spPr/>
    </dgm:pt>
    <dgm:pt modelId="{DDC85E64-CCBF-4EB1-8645-9F11F63A2D61}" type="pres">
      <dgm:prSet presAssocID="{E02F0A67-6702-4A02-A58A-8DCF8F4AE909}" presName="sibTrans" presStyleCnt="0"/>
      <dgm:spPr/>
    </dgm:pt>
    <dgm:pt modelId="{E09385D2-16C1-4C66-8958-E0D68E4F6CF7}" type="pres">
      <dgm:prSet presAssocID="{1E5A2E90-CD50-46C1-BAC0-9440E80F588C}" presName="compNode" presStyleCnt="0"/>
      <dgm:spPr/>
    </dgm:pt>
    <dgm:pt modelId="{589F82E6-416A-4E74-B27F-7ECB78233AC3}" type="pres">
      <dgm:prSet presAssocID="{1E5A2E90-CD50-46C1-BAC0-9440E80F588C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5E07D52-3AEE-4072-9EF7-16806478172C}" type="pres">
      <dgm:prSet presAssocID="{1E5A2E90-CD50-46C1-BAC0-9440E80F588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13112EBC-01A2-4917-BC37-82E1EB57945D}" type="pres">
      <dgm:prSet presAssocID="{1E5A2E90-CD50-46C1-BAC0-9440E80F588C}" presName="spaceRect" presStyleCnt="0"/>
      <dgm:spPr/>
    </dgm:pt>
    <dgm:pt modelId="{A8090497-8B0D-4045-9754-8C9E9E336680}" type="pres">
      <dgm:prSet presAssocID="{1E5A2E90-CD50-46C1-BAC0-9440E80F588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857A807-3953-488F-8114-F515E56259FE}" srcId="{39AC6D3B-5B19-4F78-9A3B-5D7BBCB39F87}" destId="{03D27E3A-3FE4-4FA2-98F0-5C8F94451073}" srcOrd="1" destOrd="0" parTransId="{B57E6997-84B3-48D9-A70D-F4070B65B021}" sibTransId="{94E600BE-06CB-4CD5-B6A7-FD1B13E86534}"/>
    <dgm:cxn modelId="{95D4AE0D-A50D-4F07-BFC9-B07125F76FAC}" type="presOf" srcId="{ABA14FAB-DD1F-44EB-BEEB-B67ABBA0D20A}" destId="{2B3FA66F-12C0-4A1B-BB58-34F027E93992}" srcOrd="0" destOrd="0" presId="urn:microsoft.com/office/officeart/2018/5/layout/IconLeafLabelList"/>
    <dgm:cxn modelId="{3F34721E-B4CF-43DE-A68E-C2BD65BF3EA5}" type="presOf" srcId="{75A01155-D92E-4022-B06D-FECACCF4E59F}" destId="{794B8AC4-A5D0-4607-AF90-AB5A4BBAD946}" srcOrd="0" destOrd="0" presId="urn:microsoft.com/office/officeart/2018/5/layout/IconLeafLabelList"/>
    <dgm:cxn modelId="{9512862B-7FD2-4D0A-95B3-97277A2CFEA2}" srcId="{39AC6D3B-5B19-4F78-9A3B-5D7BBCB39F87}" destId="{1E5A2E90-CD50-46C1-BAC0-9440E80F588C}" srcOrd="7" destOrd="0" parTransId="{79A4A456-E169-4A03-93A3-A79F839DD32A}" sibTransId="{92C8359B-365F-45D8-8033-8B4B36753B09}"/>
    <dgm:cxn modelId="{3C08EC30-2F7F-4F01-99F9-59518DD846CF}" srcId="{39AC6D3B-5B19-4F78-9A3B-5D7BBCB39F87}" destId="{6C91F3F9-E650-4552-AA29-C0E5681E4781}" srcOrd="2" destOrd="0" parTransId="{C1199B8B-A6E2-41D4-B54F-A2181B8905A8}" sibTransId="{7351BF0B-DF91-41C6-ABEC-27BDF4AF048E}"/>
    <dgm:cxn modelId="{5CAA923B-9961-44E6-9DEE-695E4D87D3F1}" type="presOf" srcId="{9AE79849-4D12-48EF-A8B5-3F9DC9CB019A}" destId="{7AB206EC-43D1-4E2D-A7DD-9636FD842D93}" srcOrd="0" destOrd="0" presId="urn:microsoft.com/office/officeart/2018/5/layout/IconLeafLabelList"/>
    <dgm:cxn modelId="{8AE73E74-AC49-49CD-99FB-3C261E9E5432}" type="presOf" srcId="{E67B2C5B-A96C-420E-A283-6298A08D98AD}" destId="{62B40F9F-CB7D-42D8-A8DE-2CF4B5021D53}" srcOrd="0" destOrd="0" presId="urn:microsoft.com/office/officeart/2018/5/layout/IconLeafLabelList"/>
    <dgm:cxn modelId="{36EE2788-F457-4703-8986-17E274349445}" srcId="{39AC6D3B-5B19-4F78-9A3B-5D7BBCB39F87}" destId="{ABA14FAB-DD1F-44EB-BEEB-B67ABBA0D20A}" srcOrd="0" destOrd="0" parTransId="{14CAC674-D620-4C24-AC70-1E402FD0B36F}" sibTransId="{F490BED9-A22E-41AD-8BF7-521495E9D6D3}"/>
    <dgm:cxn modelId="{DDA8DC93-B8A5-4EB0-B37F-380BEBDA5AB4}" type="presOf" srcId="{6C91F3F9-E650-4552-AA29-C0E5681E4781}" destId="{71AAB9B0-CCEB-4F00-982E-991F63615F92}" srcOrd="0" destOrd="0" presId="urn:microsoft.com/office/officeart/2018/5/layout/IconLeafLabelList"/>
    <dgm:cxn modelId="{A3ADCC99-2A56-4B37-ABE0-FE1E3D05A626}" srcId="{39AC6D3B-5B19-4F78-9A3B-5D7BBCB39F87}" destId="{E67B2C5B-A96C-420E-A283-6298A08D98AD}" srcOrd="6" destOrd="0" parTransId="{8812DF0E-CB38-4988-BB71-514775273221}" sibTransId="{E02F0A67-6702-4A02-A58A-8DCF8F4AE909}"/>
    <dgm:cxn modelId="{2CA25BA2-2ABB-4F64-B20D-4517B0AD4724}" srcId="{39AC6D3B-5B19-4F78-9A3B-5D7BBCB39F87}" destId="{9AE79849-4D12-48EF-A8B5-3F9DC9CB019A}" srcOrd="3" destOrd="0" parTransId="{D5EFAF50-A02E-4EB9-93BF-031BBBF83C6F}" sibTransId="{21C5D41B-9084-437A-AE9D-96ED23FA5BAB}"/>
    <dgm:cxn modelId="{0B5B08C8-D682-40A1-9407-18994C1D5DAB}" type="presOf" srcId="{39AC6D3B-5B19-4F78-9A3B-5D7BBCB39F87}" destId="{CE2073A5-52C6-4990-9E48-2AF27EEC7828}" srcOrd="0" destOrd="0" presId="urn:microsoft.com/office/officeart/2018/5/layout/IconLeafLabelList"/>
    <dgm:cxn modelId="{5A77E4D3-EEA9-4FA5-A8AF-2FB4715E514B}" type="presOf" srcId="{1E5A2E90-CD50-46C1-BAC0-9440E80F588C}" destId="{A8090497-8B0D-4045-9754-8C9E9E336680}" srcOrd="0" destOrd="0" presId="urn:microsoft.com/office/officeart/2018/5/layout/IconLeafLabelList"/>
    <dgm:cxn modelId="{7548D2D7-A708-4B5B-A4A9-84911ADD21DB}" srcId="{39AC6D3B-5B19-4F78-9A3B-5D7BBCB39F87}" destId="{08DE3C7A-E8F7-4D74-816A-525A595FCA3E}" srcOrd="4" destOrd="0" parTransId="{EE12648D-1F56-4403-87F8-DA4385F1C989}" sibTransId="{B98B0CE7-28CD-4F48-9C06-1BFDF13A6AFC}"/>
    <dgm:cxn modelId="{C5601ADA-339B-4670-BCEA-E00AC2907F27}" type="presOf" srcId="{08DE3C7A-E8F7-4D74-816A-525A595FCA3E}" destId="{BA7DF12A-50EE-4EC4-84FD-80244A06DA76}" srcOrd="0" destOrd="0" presId="urn:microsoft.com/office/officeart/2018/5/layout/IconLeafLabelList"/>
    <dgm:cxn modelId="{BC45B3DE-299C-4412-B789-AF3FADBAE148}" srcId="{39AC6D3B-5B19-4F78-9A3B-5D7BBCB39F87}" destId="{75A01155-D92E-4022-B06D-FECACCF4E59F}" srcOrd="5" destOrd="0" parTransId="{44FD8B42-9DE6-4C99-8A69-5FA4D04A1202}" sibTransId="{AFA922DD-80E4-4C59-99B2-77F1A6BFCE40}"/>
    <dgm:cxn modelId="{59DD6CF1-759D-4BBD-BC6A-BA1C001FC2F5}" type="presOf" srcId="{03D27E3A-3FE4-4FA2-98F0-5C8F94451073}" destId="{E65D3C27-2897-4550-97A2-CC5FDD4E2959}" srcOrd="0" destOrd="0" presId="urn:microsoft.com/office/officeart/2018/5/layout/IconLeafLabelList"/>
    <dgm:cxn modelId="{FAA4D042-8E84-47C9-B49A-1EC725073F6D}" type="presParOf" srcId="{CE2073A5-52C6-4990-9E48-2AF27EEC7828}" destId="{4A44290B-743A-4755-B69D-3796DF05B0F6}" srcOrd="0" destOrd="0" presId="urn:microsoft.com/office/officeart/2018/5/layout/IconLeafLabelList"/>
    <dgm:cxn modelId="{019714E9-C77F-4764-8A23-72C053C884E2}" type="presParOf" srcId="{4A44290B-743A-4755-B69D-3796DF05B0F6}" destId="{3128F9B1-7D30-4A8B-A8A2-B49BE2DA494C}" srcOrd="0" destOrd="0" presId="urn:microsoft.com/office/officeart/2018/5/layout/IconLeafLabelList"/>
    <dgm:cxn modelId="{A0D8FB8B-87A6-4268-9E3D-806CA19E4CB0}" type="presParOf" srcId="{4A44290B-743A-4755-B69D-3796DF05B0F6}" destId="{38F7B408-B9C1-4F67-88F7-F4FD995DD184}" srcOrd="1" destOrd="0" presId="urn:microsoft.com/office/officeart/2018/5/layout/IconLeafLabelList"/>
    <dgm:cxn modelId="{5EF72998-8942-47ED-9F2A-2DA5F3AA8196}" type="presParOf" srcId="{4A44290B-743A-4755-B69D-3796DF05B0F6}" destId="{385F78CE-AE44-4C32-8895-B5DF82A52ED6}" srcOrd="2" destOrd="0" presId="urn:microsoft.com/office/officeart/2018/5/layout/IconLeafLabelList"/>
    <dgm:cxn modelId="{4510F50D-C2E0-4F79-AFBB-B1DA034762FD}" type="presParOf" srcId="{4A44290B-743A-4755-B69D-3796DF05B0F6}" destId="{2B3FA66F-12C0-4A1B-BB58-34F027E93992}" srcOrd="3" destOrd="0" presId="urn:microsoft.com/office/officeart/2018/5/layout/IconLeafLabelList"/>
    <dgm:cxn modelId="{535D0759-5E6F-4412-B1B9-220214A5630B}" type="presParOf" srcId="{CE2073A5-52C6-4990-9E48-2AF27EEC7828}" destId="{F01F70D8-C97B-4E0B-A971-866A2D7919B5}" srcOrd="1" destOrd="0" presId="urn:microsoft.com/office/officeart/2018/5/layout/IconLeafLabelList"/>
    <dgm:cxn modelId="{D2E366D6-8ECF-4275-AED9-404BB6F68F6F}" type="presParOf" srcId="{CE2073A5-52C6-4990-9E48-2AF27EEC7828}" destId="{CB3AD6AA-FFD5-4122-94C8-D8012CC1D483}" srcOrd="2" destOrd="0" presId="urn:microsoft.com/office/officeart/2018/5/layout/IconLeafLabelList"/>
    <dgm:cxn modelId="{C479413C-B596-415C-8E51-D1599F412DCE}" type="presParOf" srcId="{CB3AD6AA-FFD5-4122-94C8-D8012CC1D483}" destId="{812019CB-3BE1-4473-ADAC-F757E96C33B1}" srcOrd="0" destOrd="0" presId="urn:microsoft.com/office/officeart/2018/5/layout/IconLeafLabelList"/>
    <dgm:cxn modelId="{B50B3C89-9C20-4206-A834-D2016C0710D1}" type="presParOf" srcId="{CB3AD6AA-FFD5-4122-94C8-D8012CC1D483}" destId="{02B5A5E2-1681-4FE5-8F5B-E2EB240503C4}" srcOrd="1" destOrd="0" presId="urn:microsoft.com/office/officeart/2018/5/layout/IconLeafLabelList"/>
    <dgm:cxn modelId="{40154E5E-6F62-476E-BDC2-35EA563799DC}" type="presParOf" srcId="{CB3AD6AA-FFD5-4122-94C8-D8012CC1D483}" destId="{D43C142C-0663-42B0-8D2F-21BA1B1A4200}" srcOrd="2" destOrd="0" presId="urn:microsoft.com/office/officeart/2018/5/layout/IconLeafLabelList"/>
    <dgm:cxn modelId="{D29546CA-B05B-4578-95F1-1EDA401720A3}" type="presParOf" srcId="{CB3AD6AA-FFD5-4122-94C8-D8012CC1D483}" destId="{E65D3C27-2897-4550-97A2-CC5FDD4E2959}" srcOrd="3" destOrd="0" presId="urn:microsoft.com/office/officeart/2018/5/layout/IconLeafLabelList"/>
    <dgm:cxn modelId="{2BDEEC08-9F1B-4977-B89F-471B0A648F99}" type="presParOf" srcId="{CE2073A5-52C6-4990-9E48-2AF27EEC7828}" destId="{A2B21CFB-F059-46D6-B509-B61579C86FEB}" srcOrd="3" destOrd="0" presId="urn:microsoft.com/office/officeart/2018/5/layout/IconLeafLabelList"/>
    <dgm:cxn modelId="{DBE65C6A-C1D3-4C54-9442-259769AB4733}" type="presParOf" srcId="{CE2073A5-52C6-4990-9E48-2AF27EEC7828}" destId="{4D4E5005-5E36-4055-B49E-337EB0186988}" srcOrd="4" destOrd="0" presId="urn:microsoft.com/office/officeart/2018/5/layout/IconLeafLabelList"/>
    <dgm:cxn modelId="{DE18F7EE-A376-4BED-93DE-04E753814BB0}" type="presParOf" srcId="{4D4E5005-5E36-4055-B49E-337EB0186988}" destId="{F3D956B7-4F7C-4F28-AC51-4A4ACAEC5C2B}" srcOrd="0" destOrd="0" presId="urn:microsoft.com/office/officeart/2018/5/layout/IconLeafLabelList"/>
    <dgm:cxn modelId="{E6EC07EF-EC9E-49B8-B9C8-98C523044C52}" type="presParOf" srcId="{4D4E5005-5E36-4055-B49E-337EB0186988}" destId="{6DF9EEB8-5389-4E6E-8DBB-E30CD978718F}" srcOrd="1" destOrd="0" presId="urn:microsoft.com/office/officeart/2018/5/layout/IconLeafLabelList"/>
    <dgm:cxn modelId="{9E21DEDD-41F3-48EF-9A17-7429581C7809}" type="presParOf" srcId="{4D4E5005-5E36-4055-B49E-337EB0186988}" destId="{BE4A7577-B313-4E55-840E-39FF1B674D93}" srcOrd="2" destOrd="0" presId="urn:microsoft.com/office/officeart/2018/5/layout/IconLeafLabelList"/>
    <dgm:cxn modelId="{0620E82B-0552-43FB-A27A-1D0BB9D64A8D}" type="presParOf" srcId="{4D4E5005-5E36-4055-B49E-337EB0186988}" destId="{71AAB9B0-CCEB-4F00-982E-991F63615F92}" srcOrd="3" destOrd="0" presId="urn:microsoft.com/office/officeart/2018/5/layout/IconLeafLabelList"/>
    <dgm:cxn modelId="{AE31903C-E1C7-49BE-9022-F764E1B43D69}" type="presParOf" srcId="{CE2073A5-52C6-4990-9E48-2AF27EEC7828}" destId="{BF7F59F3-F908-44C4-A2D7-637550547A96}" srcOrd="5" destOrd="0" presId="urn:microsoft.com/office/officeart/2018/5/layout/IconLeafLabelList"/>
    <dgm:cxn modelId="{222C1F6F-61CB-48BC-A64E-1183EBAB2E42}" type="presParOf" srcId="{CE2073A5-52C6-4990-9E48-2AF27EEC7828}" destId="{5FFA1D88-4A11-47F2-9B9D-CB0B615CD9C8}" srcOrd="6" destOrd="0" presId="urn:microsoft.com/office/officeart/2018/5/layout/IconLeafLabelList"/>
    <dgm:cxn modelId="{DD0F55E8-4B6D-4669-A15E-7191E394C295}" type="presParOf" srcId="{5FFA1D88-4A11-47F2-9B9D-CB0B615CD9C8}" destId="{E05A9E8A-6EE3-4B2B-9F12-8F6B040C1050}" srcOrd="0" destOrd="0" presId="urn:microsoft.com/office/officeart/2018/5/layout/IconLeafLabelList"/>
    <dgm:cxn modelId="{7F489D2D-5EDE-4EF1-B69F-49915AE69B1A}" type="presParOf" srcId="{5FFA1D88-4A11-47F2-9B9D-CB0B615CD9C8}" destId="{9096FE4E-391D-4566-B428-767D6C49B62D}" srcOrd="1" destOrd="0" presId="urn:microsoft.com/office/officeart/2018/5/layout/IconLeafLabelList"/>
    <dgm:cxn modelId="{7053B835-9536-483B-8876-BA69D48CA0CA}" type="presParOf" srcId="{5FFA1D88-4A11-47F2-9B9D-CB0B615CD9C8}" destId="{EFBF7CE4-27E4-45C6-8B40-6F0C8BA0450A}" srcOrd="2" destOrd="0" presId="urn:microsoft.com/office/officeart/2018/5/layout/IconLeafLabelList"/>
    <dgm:cxn modelId="{BF747A42-FA21-447E-9017-06C6AEF3DDB6}" type="presParOf" srcId="{5FFA1D88-4A11-47F2-9B9D-CB0B615CD9C8}" destId="{7AB206EC-43D1-4E2D-A7DD-9636FD842D93}" srcOrd="3" destOrd="0" presId="urn:microsoft.com/office/officeart/2018/5/layout/IconLeafLabelList"/>
    <dgm:cxn modelId="{BF487DD8-D76C-480E-95E0-8AAB86DD4680}" type="presParOf" srcId="{CE2073A5-52C6-4990-9E48-2AF27EEC7828}" destId="{436CA454-0203-4F9F-8D9C-51B50D39A5CB}" srcOrd="7" destOrd="0" presId="urn:microsoft.com/office/officeart/2018/5/layout/IconLeafLabelList"/>
    <dgm:cxn modelId="{AEF0DD77-2D49-4529-A322-A3D6C0A960CE}" type="presParOf" srcId="{CE2073A5-52C6-4990-9E48-2AF27EEC7828}" destId="{2C32A45C-1D96-4224-96DE-471D553B2D5A}" srcOrd="8" destOrd="0" presId="urn:microsoft.com/office/officeart/2018/5/layout/IconLeafLabelList"/>
    <dgm:cxn modelId="{FA8C2F7A-FEFA-4DFE-90B7-1CC944979D06}" type="presParOf" srcId="{2C32A45C-1D96-4224-96DE-471D553B2D5A}" destId="{3BA037AE-6CE2-4D4D-93AF-895315A2AC94}" srcOrd="0" destOrd="0" presId="urn:microsoft.com/office/officeart/2018/5/layout/IconLeafLabelList"/>
    <dgm:cxn modelId="{0193FDC7-77E4-45DD-A3D6-3591E03982C0}" type="presParOf" srcId="{2C32A45C-1D96-4224-96DE-471D553B2D5A}" destId="{AA12A98D-0399-4E1D-AAF3-50C151063D12}" srcOrd="1" destOrd="0" presId="urn:microsoft.com/office/officeart/2018/5/layout/IconLeafLabelList"/>
    <dgm:cxn modelId="{281A33E8-D231-491D-A785-133D89DFCDE4}" type="presParOf" srcId="{2C32A45C-1D96-4224-96DE-471D553B2D5A}" destId="{7F046A71-725B-4223-9084-5E0C53A33DDA}" srcOrd="2" destOrd="0" presId="urn:microsoft.com/office/officeart/2018/5/layout/IconLeafLabelList"/>
    <dgm:cxn modelId="{166C065F-30DA-4F96-A7FC-FF78DCE89382}" type="presParOf" srcId="{2C32A45C-1D96-4224-96DE-471D553B2D5A}" destId="{BA7DF12A-50EE-4EC4-84FD-80244A06DA76}" srcOrd="3" destOrd="0" presId="urn:microsoft.com/office/officeart/2018/5/layout/IconLeafLabelList"/>
    <dgm:cxn modelId="{C81793C6-254F-42AB-BFD9-72EDAAE583B3}" type="presParOf" srcId="{CE2073A5-52C6-4990-9E48-2AF27EEC7828}" destId="{FFBCF15C-4B31-4BB1-B6B4-6C5BA643323C}" srcOrd="9" destOrd="0" presId="urn:microsoft.com/office/officeart/2018/5/layout/IconLeafLabelList"/>
    <dgm:cxn modelId="{93DB435D-2C50-440F-8C0D-84916B8CFA7C}" type="presParOf" srcId="{CE2073A5-52C6-4990-9E48-2AF27EEC7828}" destId="{4BF5FDBA-7663-4481-A8DF-98E862AB4ED8}" srcOrd="10" destOrd="0" presId="urn:microsoft.com/office/officeart/2018/5/layout/IconLeafLabelList"/>
    <dgm:cxn modelId="{CEB5A219-9A5E-4325-B667-7BBBABBC34B5}" type="presParOf" srcId="{4BF5FDBA-7663-4481-A8DF-98E862AB4ED8}" destId="{E9EB5CFA-B04E-4969-BE2B-AA8893A73372}" srcOrd="0" destOrd="0" presId="urn:microsoft.com/office/officeart/2018/5/layout/IconLeafLabelList"/>
    <dgm:cxn modelId="{6065AD0D-D4C4-4BF3-9371-779D1903C6BF}" type="presParOf" srcId="{4BF5FDBA-7663-4481-A8DF-98E862AB4ED8}" destId="{88956995-9B1B-4AF1-97D9-F003D942DCAB}" srcOrd="1" destOrd="0" presId="urn:microsoft.com/office/officeart/2018/5/layout/IconLeafLabelList"/>
    <dgm:cxn modelId="{E7F6B4DC-F6FF-4C3B-92D8-3054AFB76361}" type="presParOf" srcId="{4BF5FDBA-7663-4481-A8DF-98E862AB4ED8}" destId="{E1EA61FF-FCB9-4931-810E-642F4520F8E9}" srcOrd="2" destOrd="0" presId="urn:microsoft.com/office/officeart/2018/5/layout/IconLeafLabelList"/>
    <dgm:cxn modelId="{66040437-15D0-4CE0-BD0A-F727D111756D}" type="presParOf" srcId="{4BF5FDBA-7663-4481-A8DF-98E862AB4ED8}" destId="{794B8AC4-A5D0-4607-AF90-AB5A4BBAD946}" srcOrd="3" destOrd="0" presId="urn:microsoft.com/office/officeart/2018/5/layout/IconLeafLabelList"/>
    <dgm:cxn modelId="{176664DA-A99B-4D8D-9393-9095FA5CCAA8}" type="presParOf" srcId="{CE2073A5-52C6-4990-9E48-2AF27EEC7828}" destId="{049C3339-62C4-43F3-9326-16B11BA63F93}" srcOrd="11" destOrd="0" presId="urn:microsoft.com/office/officeart/2018/5/layout/IconLeafLabelList"/>
    <dgm:cxn modelId="{DBB43DC5-8A7B-4E48-8BFB-115DED481BDA}" type="presParOf" srcId="{CE2073A5-52C6-4990-9E48-2AF27EEC7828}" destId="{4DD74767-D6F2-4F1C-BBB7-2FEA2F7B8908}" srcOrd="12" destOrd="0" presId="urn:microsoft.com/office/officeart/2018/5/layout/IconLeafLabelList"/>
    <dgm:cxn modelId="{F2569FED-6AD6-4B2B-98E8-6A0148A90B10}" type="presParOf" srcId="{4DD74767-D6F2-4F1C-BBB7-2FEA2F7B8908}" destId="{BE7F6717-2D8A-41A6-AD77-E13543BAEB90}" srcOrd="0" destOrd="0" presId="urn:microsoft.com/office/officeart/2018/5/layout/IconLeafLabelList"/>
    <dgm:cxn modelId="{14A0032E-EBE6-4240-A4C3-12AB6CD75746}" type="presParOf" srcId="{4DD74767-D6F2-4F1C-BBB7-2FEA2F7B8908}" destId="{86203269-A200-4738-BE41-285452294D91}" srcOrd="1" destOrd="0" presId="urn:microsoft.com/office/officeart/2018/5/layout/IconLeafLabelList"/>
    <dgm:cxn modelId="{EB770C90-4AB2-4547-BAC0-64CDA71DB4BC}" type="presParOf" srcId="{4DD74767-D6F2-4F1C-BBB7-2FEA2F7B8908}" destId="{54373EBD-6402-4B45-9474-8C9CA90C883C}" srcOrd="2" destOrd="0" presId="urn:microsoft.com/office/officeart/2018/5/layout/IconLeafLabelList"/>
    <dgm:cxn modelId="{BF117FC0-929C-41E0-838D-B4478AF2C475}" type="presParOf" srcId="{4DD74767-D6F2-4F1C-BBB7-2FEA2F7B8908}" destId="{62B40F9F-CB7D-42D8-A8DE-2CF4B5021D53}" srcOrd="3" destOrd="0" presId="urn:microsoft.com/office/officeart/2018/5/layout/IconLeafLabelList"/>
    <dgm:cxn modelId="{8E5E35A4-3DF7-4277-B27A-4EEFFC039852}" type="presParOf" srcId="{CE2073A5-52C6-4990-9E48-2AF27EEC7828}" destId="{DDC85E64-CCBF-4EB1-8645-9F11F63A2D61}" srcOrd="13" destOrd="0" presId="urn:microsoft.com/office/officeart/2018/5/layout/IconLeafLabelList"/>
    <dgm:cxn modelId="{A608A00B-3EE7-4418-A47A-EBEB5060F396}" type="presParOf" srcId="{CE2073A5-52C6-4990-9E48-2AF27EEC7828}" destId="{E09385D2-16C1-4C66-8958-E0D68E4F6CF7}" srcOrd="14" destOrd="0" presId="urn:microsoft.com/office/officeart/2018/5/layout/IconLeafLabelList"/>
    <dgm:cxn modelId="{13B7DC55-CA5A-4631-BAD0-EAB1824947E3}" type="presParOf" srcId="{E09385D2-16C1-4C66-8958-E0D68E4F6CF7}" destId="{589F82E6-416A-4E74-B27F-7ECB78233AC3}" srcOrd="0" destOrd="0" presId="urn:microsoft.com/office/officeart/2018/5/layout/IconLeafLabelList"/>
    <dgm:cxn modelId="{96F3E8C9-E53A-48EA-89C8-B20F7CB161BF}" type="presParOf" srcId="{E09385D2-16C1-4C66-8958-E0D68E4F6CF7}" destId="{95E07D52-3AEE-4072-9EF7-16806478172C}" srcOrd="1" destOrd="0" presId="urn:microsoft.com/office/officeart/2018/5/layout/IconLeafLabelList"/>
    <dgm:cxn modelId="{60B9C042-445B-4240-8866-CF6DD34CDC49}" type="presParOf" srcId="{E09385D2-16C1-4C66-8958-E0D68E4F6CF7}" destId="{13112EBC-01A2-4917-BC37-82E1EB57945D}" srcOrd="2" destOrd="0" presId="urn:microsoft.com/office/officeart/2018/5/layout/IconLeafLabelList"/>
    <dgm:cxn modelId="{3506329E-0E1C-49E2-A7AD-CC1130ACC294}" type="presParOf" srcId="{E09385D2-16C1-4C66-8958-E0D68E4F6CF7}" destId="{A8090497-8B0D-4045-9754-8C9E9E33668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E4BBC7-0385-47F6-9C8E-24B3DE46DC1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677EFB-4BE4-4421-B4CA-85DAC764FAEB}">
      <dgm:prSet/>
      <dgm:spPr/>
      <dgm:t>
        <a:bodyPr/>
        <a:lstStyle/>
        <a:p>
          <a:r>
            <a:rPr lang="en-IN" b="1"/>
            <a:t>Project Objectives</a:t>
          </a:r>
          <a:endParaRPr lang="en-US"/>
        </a:p>
      </dgm:t>
    </dgm:pt>
    <dgm:pt modelId="{DFFDE449-3271-44DC-A39D-53ACFE41A5E5}" type="parTrans" cxnId="{72BCCAEF-04E9-486D-81E6-39F1442364B5}">
      <dgm:prSet/>
      <dgm:spPr/>
      <dgm:t>
        <a:bodyPr/>
        <a:lstStyle/>
        <a:p>
          <a:endParaRPr lang="en-US"/>
        </a:p>
      </dgm:t>
    </dgm:pt>
    <dgm:pt modelId="{64C7BAE3-82D1-4BBF-814D-EC50AA33F923}" type="sibTrans" cxnId="{72BCCAEF-04E9-486D-81E6-39F1442364B5}">
      <dgm:prSet/>
      <dgm:spPr/>
      <dgm:t>
        <a:bodyPr/>
        <a:lstStyle/>
        <a:p>
          <a:endParaRPr lang="en-US"/>
        </a:p>
      </dgm:t>
    </dgm:pt>
    <dgm:pt modelId="{93F9AA9A-D936-4CBF-83F8-432DA59E5061}">
      <dgm:prSet/>
      <dgm:spPr/>
      <dgm:t>
        <a:bodyPr/>
        <a:lstStyle/>
        <a:p>
          <a:r>
            <a:rPr lang="en-IN" b="1"/>
            <a:t>Precise Control</a:t>
          </a:r>
          <a:r>
            <a:rPr lang="en-IN"/>
            <a:t>: Ensure smooth and accurate movement using ESP32 and servo motors.</a:t>
          </a:r>
          <a:endParaRPr lang="en-US"/>
        </a:p>
      </dgm:t>
    </dgm:pt>
    <dgm:pt modelId="{012B9C13-DBCD-475A-864B-E1846641A22C}" type="parTrans" cxnId="{AFC0F30E-BBF4-497D-B26C-5D2AE933D056}">
      <dgm:prSet/>
      <dgm:spPr/>
      <dgm:t>
        <a:bodyPr/>
        <a:lstStyle/>
        <a:p>
          <a:endParaRPr lang="en-US"/>
        </a:p>
      </dgm:t>
    </dgm:pt>
    <dgm:pt modelId="{27240547-51AA-47D3-9951-59775D3F4D18}" type="sibTrans" cxnId="{AFC0F30E-BBF4-497D-B26C-5D2AE933D056}">
      <dgm:prSet/>
      <dgm:spPr/>
      <dgm:t>
        <a:bodyPr/>
        <a:lstStyle/>
        <a:p>
          <a:endParaRPr lang="en-US"/>
        </a:p>
      </dgm:t>
    </dgm:pt>
    <dgm:pt modelId="{6EF62927-8601-4FE0-B6B2-E9DAE7AAECB9}">
      <dgm:prSet/>
      <dgm:spPr/>
      <dgm:t>
        <a:bodyPr/>
        <a:lstStyle/>
        <a:p>
          <a:r>
            <a:rPr lang="en-IN" b="1"/>
            <a:t>Wireless Communication</a:t>
          </a:r>
          <a:r>
            <a:rPr lang="en-IN"/>
            <a:t>: Utilize ESP32 for wireless control via Wi-Fi or Bluetooth, supporting various interfaces.</a:t>
          </a:r>
          <a:endParaRPr lang="en-US"/>
        </a:p>
      </dgm:t>
    </dgm:pt>
    <dgm:pt modelId="{3647EF73-1548-4B54-82F0-EE6C7F42251D}" type="parTrans" cxnId="{BD928A70-1C3E-498A-8FCF-15CCE820D1A6}">
      <dgm:prSet/>
      <dgm:spPr/>
      <dgm:t>
        <a:bodyPr/>
        <a:lstStyle/>
        <a:p>
          <a:endParaRPr lang="en-US"/>
        </a:p>
      </dgm:t>
    </dgm:pt>
    <dgm:pt modelId="{71A4AFCD-1085-4F91-9F71-097905B5E6D9}" type="sibTrans" cxnId="{BD928A70-1C3E-498A-8FCF-15CCE820D1A6}">
      <dgm:prSet/>
      <dgm:spPr/>
      <dgm:t>
        <a:bodyPr/>
        <a:lstStyle/>
        <a:p>
          <a:endParaRPr lang="en-US"/>
        </a:p>
      </dgm:t>
    </dgm:pt>
    <dgm:pt modelId="{3A41DE06-7CE0-4C67-8FCC-A2B47691BB2D}">
      <dgm:prSet/>
      <dgm:spPr/>
      <dgm:t>
        <a:bodyPr/>
        <a:lstStyle/>
        <a:p>
          <a:r>
            <a:rPr lang="en-IN" b="1"/>
            <a:t>Modular Design</a:t>
          </a:r>
          <a:r>
            <a:rPr lang="en-IN"/>
            <a:t>: Enable future upgrades with a modular platform for additional sensors, tools, or attachments.</a:t>
          </a:r>
          <a:endParaRPr lang="en-US"/>
        </a:p>
      </dgm:t>
    </dgm:pt>
    <dgm:pt modelId="{14AD5BF5-60E2-4F72-8083-B6D2031C8359}" type="parTrans" cxnId="{541B17EC-DDDD-45CA-8C95-0B922833FF8B}">
      <dgm:prSet/>
      <dgm:spPr/>
      <dgm:t>
        <a:bodyPr/>
        <a:lstStyle/>
        <a:p>
          <a:endParaRPr lang="en-US"/>
        </a:p>
      </dgm:t>
    </dgm:pt>
    <dgm:pt modelId="{8C5DCE54-2505-45DC-9AD8-EE8201D65B43}" type="sibTrans" cxnId="{541B17EC-DDDD-45CA-8C95-0B922833FF8B}">
      <dgm:prSet/>
      <dgm:spPr/>
      <dgm:t>
        <a:bodyPr/>
        <a:lstStyle/>
        <a:p>
          <a:endParaRPr lang="en-US"/>
        </a:p>
      </dgm:t>
    </dgm:pt>
    <dgm:pt modelId="{BB38FA8C-55C9-7D49-B2BA-4FFE362ED23E}" type="pres">
      <dgm:prSet presAssocID="{6FE4BBC7-0385-47F6-9C8E-24B3DE46DC1A}" presName="outerComposite" presStyleCnt="0">
        <dgm:presLayoutVars>
          <dgm:chMax val="5"/>
          <dgm:dir/>
          <dgm:resizeHandles val="exact"/>
        </dgm:presLayoutVars>
      </dgm:prSet>
      <dgm:spPr/>
    </dgm:pt>
    <dgm:pt modelId="{567D76FA-DECE-D043-8E14-0F5812BCE15B}" type="pres">
      <dgm:prSet presAssocID="{6FE4BBC7-0385-47F6-9C8E-24B3DE46DC1A}" presName="dummyMaxCanvas" presStyleCnt="0">
        <dgm:presLayoutVars/>
      </dgm:prSet>
      <dgm:spPr/>
    </dgm:pt>
    <dgm:pt modelId="{39E686E9-2F6F-834E-880C-7179FBB3770F}" type="pres">
      <dgm:prSet presAssocID="{6FE4BBC7-0385-47F6-9C8E-24B3DE46DC1A}" presName="FourNodes_1" presStyleLbl="node1" presStyleIdx="0" presStyleCnt="4">
        <dgm:presLayoutVars>
          <dgm:bulletEnabled val="1"/>
        </dgm:presLayoutVars>
      </dgm:prSet>
      <dgm:spPr/>
    </dgm:pt>
    <dgm:pt modelId="{D5D3B49D-0D73-B644-AD22-646172AA070B}" type="pres">
      <dgm:prSet presAssocID="{6FE4BBC7-0385-47F6-9C8E-24B3DE46DC1A}" presName="FourNodes_2" presStyleLbl="node1" presStyleIdx="1" presStyleCnt="4">
        <dgm:presLayoutVars>
          <dgm:bulletEnabled val="1"/>
        </dgm:presLayoutVars>
      </dgm:prSet>
      <dgm:spPr/>
    </dgm:pt>
    <dgm:pt modelId="{8360BAE4-4D82-EA4B-BDB9-983C7C0AE29F}" type="pres">
      <dgm:prSet presAssocID="{6FE4BBC7-0385-47F6-9C8E-24B3DE46DC1A}" presName="FourNodes_3" presStyleLbl="node1" presStyleIdx="2" presStyleCnt="4">
        <dgm:presLayoutVars>
          <dgm:bulletEnabled val="1"/>
        </dgm:presLayoutVars>
      </dgm:prSet>
      <dgm:spPr/>
    </dgm:pt>
    <dgm:pt modelId="{CB99AD44-0159-0549-ABAF-937E5D5A4191}" type="pres">
      <dgm:prSet presAssocID="{6FE4BBC7-0385-47F6-9C8E-24B3DE46DC1A}" presName="FourNodes_4" presStyleLbl="node1" presStyleIdx="3" presStyleCnt="4">
        <dgm:presLayoutVars>
          <dgm:bulletEnabled val="1"/>
        </dgm:presLayoutVars>
      </dgm:prSet>
      <dgm:spPr/>
    </dgm:pt>
    <dgm:pt modelId="{1027B5EF-9DE9-4E4F-8EEC-966EA22EDBBC}" type="pres">
      <dgm:prSet presAssocID="{6FE4BBC7-0385-47F6-9C8E-24B3DE46DC1A}" presName="FourConn_1-2" presStyleLbl="fgAccFollowNode1" presStyleIdx="0" presStyleCnt="3">
        <dgm:presLayoutVars>
          <dgm:bulletEnabled val="1"/>
        </dgm:presLayoutVars>
      </dgm:prSet>
      <dgm:spPr/>
    </dgm:pt>
    <dgm:pt modelId="{AF36486F-1449-CB4A-BF39-50FC1DFBA0D7}" type="pres">
      <dgm:prSet presAssocID="{6FE4BBC7-0385-47F6-9C8E-24B3DE46DC1A}" presName="FourConn_2-3" presStyleLbl="fgAccFollowNode1" presStyleIdx="1" presStyleCnt="3">
        <dgm:presLayoutVars>
          <dgm:bulletEnabled val="1"/>
        </dgm:presLayoutVars>
      </dgm:prSet>
      <dgm:spPr/>
    </dgm:pt>
    <dgm:pt modelId="{A0F1ADB4-0587-E840-A938-263B24796832}" type="pres">
      <dgm:prSet presAssocID="{6FE4BBC7-0385-47F6-9C8E-24B3DE46DC1A}" presName="FourConn_3-4" presStyleLbl="fgAccFollowNode1" presStyleIdx="2" presStyleCnt="3">
        <dgm:presLayoutVars>
          <dgm:bulletEnabled val="1"/>
        </dgm:presLayoutVars>
      </dgm:prSet>
      <dgm:spPr/>
    </dgm:pt>
    <dgm:pt modelId="{17284D36-7D09-C348-A2FB-1514702AE5BF}" type="pres">
      <dgm:prSet presAssocID="{6FE4BBC7-0385-47F6-9C8E-24B3DE46DC1A}" presName="FourNodes_1_text" presStyleLbl="node1" presStyleIdx="3" presStyleCnt="4">
        <dgm:presLayoutVars>
          <dgm:bulletEnabled val="1"/>
        </dgm:presLayoutVars>
      </dgm:prSet>
      <dgm:spPr/>
    </dgm:pt>
    <dgm:pt modelId="{4AD4C8A9-4244-7048-8F27-4F3975B0B0BA}" type="pres">
      <dgm:prSet presAssocID="{6FE4BBC7-0385-47F6-9C8E-24B3DE46DC1A}" presName="FourNodes_2_text" presStyleLbl="node1" presStyleIdx="3" presStyleCnt="4">
        <dgm:presLayoutVars>
          <dgm:bulletEnabled val="1"/>
        </dgm:presLayoutVars>
      </dgm:prSet>
      <dgm:spPr/>
    </dgm:pt>
    <dgm:pt modelId="{0116FC0D-A757-024E-BC7A-0C962797F918}" type="pres">
      <dgm:prSet presAssocID="{6FE4BBC7-0385-47F6-9C8E-24B3DE46DC1A}" presName="FourNodes_3_text" presStyleLbl="node1" presStyleIdx="3" presStyleCnt="4">
        <dgm:presLayoutVars>
          <dgm:bulletEnabled val="1"/>
        </dgm:presLayoutVars>
      </dgm:prSet>
      <dgm:spPr/>
    </dgm:pt>
    <dgm:pt modelId="{4EA23687-24B4-164F-A8F1-6D5B08313F1F}" type="pres">
      <dgm:prSet presAssocID="{6FE4BBC7-0385-47F6-9C8E-24B3DE46DC1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6B47702-D647-1845-98FB-3A6C8794EF7F}" type="presOf" srcId="{6EF62927-8601-4FE0-B6B2-E9DAE7AAECB9}" destId="{0116FC0D-A757-024E-BC7A-0C962797F918}" srcOrd="1" destOrd="0" presId="urn:microsoft.com/office/officeart/2005/8/layout/vProcess5"/>
    <dgm:cxn modelId="{147AB005-F8C7-F541-9516-351371A482F9}" type="presOf" srcId="{6EF62927-8601-4FE0-B6B2-E9DAE7AAECB9}" destId="{8360BAE4-4D82-EA4B-BDB9-983C7C0AE29F}" srcOrd="0" destOrd="0" presId="urn:microsoft.com/office/officeart/2005/8/layout/vProcess5"/>
    <dgm:cxn modelId="{AFC0F30E-BBF4-497D-B26C-5D2AE933D056}" srcId="{6FE4BBC7-0385-47F6-9C8E-24B3DE46DC1A}" destId="{93F9AA9A-D936-4CBF-83F8-432DA59E5061}" srcOrd="1" destOrd="0" parTransId="{012B9C13-DBCD-475A-864B-E1846641A22C}" sibTransId="{27240547-51AA-47D3-9951-59775D3F4D18}"/>
    <dgm:cxn modelId="{F928E020-6B59-744D-9717-473D3FE8F630}" type="presOf" srcId="{27240547-51AA-47D3-9951-59775D3F4D18}" destId="{AF36486F-1449-CB4A-BF39-50FC1DFBA0D7}" srcOrd="0" destOrd="0" presId="urn:microsoft.com/office/officeart/2005/8/layout/vProcess5"/>
    <dgm:cxn modelId="{85AE3343-2113-164B-BA82-E12B277A0DC0}" type="presOf" srcId="{64C7BAE3-82D1-4BBF-814D-EC50AA33F923}" destId="{1027B5EF-9DE9-4E4F-8EEC-966EA22EDBBC}" srcOrd="0" destOrd="0" presId="urn:microsoft.com/office/officeart/2005/8/layout/vProcess5"/>
    <dgm:cxn modelId="{14DC8E4C-777C-F34E-B29D-492BAB31CE91}" type="presOf" srcId="{0F677EFB-4BE4-4421-B4CA-85DAC764FAEB}" destId="{39E686E9-2F6F-834E-880C-7179FBB3770F}" srcOrd="0" destOrd="0" presId="urn:microsoft.com/office/officeart/2005/8/layout/vProcess5"/>
    <dgm:cxn modelId="{D949B76B-375E-DF41-BBA9-FF6BD30F2D59}" type="presOf" srcId="{93F9AA9A-D936-4CBF-83F8-432DA59E5061}" destId="{D5D3B49D-0D73-B644-AD22-646172AA070B}" srcOrd="0" destOrd="0" presId="urn:microsoft.com/office/officeart/2005/8/layout/vProcess5"/>
    <dgm:cxn modelId="{BD928A70-1C3E-498A-8FCF-15CCE820D1A6}" srcId="{6FE4BBC7-0385-47F6-9C8E-24B3DE46DC1A}" destId="{6EF62927-8601-4FE0-B6B2-E9DAE7AAECB9}" srcOrd="2" destOrd="0" parTransId="{3647EF73-1548-4B54-82F0-EE6C7F42251D}" sibTransId="{71A4AFCD-1085-4F91-9F71-097905B5E6D9}"/>
    <dgm:cxn modelId="{2FA4D69F-F259-0A48-A7CF-BE3B96B4A2B5}" type="presOf" srcId="{3A41DE06-7CE0-4C67-8FCC-A2B47691BB2D}" destId="{CB99AD44-0159-0549-ABAF-937E5D5A4191}" srcOrd="0" destOrd="0" presId="urn:microsoft.com/office/officeart/2005/8/layout/vProcess5"/>
    <dgm:cxn modelId="{46FFFBA9-92B4-4C4A-AC0C-582170DCED97}" type="presOf" srcId="{3A41DE06-7CE0-4C67-8FCC-A2B47691BB2D}" destId="{4EA23687-24B4-164F-A8F1-6D5B08313F1F}" srcOrd="1" destOrd="0" presId="urn:microsoft.com/office/officeart/2005/8/layout/vProcess5"/>
    <dgm:cxn modelId="{05E41EAB-4524-A242-A541-C3843167B31D}" type="presOf" srcId="{71A4AFCD-1085-4F91-9F71-097905B5E6D9}" destId="{A0F1ADB4-0587-E840-A938-263B24796832}" srcOrd="0" destOrd="0" presId="urn:microsoft.com/office/officeart/2005/8/layout/vProcess5"/>
    <dgm:cxn modelId="{F25038C9-A3B2-3643-B25A-8C46C8E1F5B1}" type="presOf" srcId="{0F677EFB-4BE4-4421-B4CA-85DAC764FAEB}" destId="{17284D36-7D09-C348-A2FB-1514702AE5BF}" srcOrd="1" destOrd="0" presId="urn:microsoft.com/office/officeart/2005/8/layout/vProcess5"/>
    <dgm:cxn modelId="{3747ACCC-CBAE-7644-93F9-DFE22F983C42}" type="presOf" srcId="{93F9AA9A-D936-4CBF-83F8-432DA59E5061}" destId="{4AD4C8A9-4244-7048-8F27-4F3975B0B0BA}" srcOrd="1" destOrd="0" presId="urn:microsoft.com/office/officeart/2005/8/layout/vProcess5"/>
    <dgm:cxn modelId="{1C24C4E7-F6EB-A44A-8B30-7C915F9DC5B7}" type="presOf" srcId="{6FE4BBC7-0385-47F6-9C8E-24B3DE46DC1A}" destId="{BB38FA8C-55C9-7D49-B2BA-4FFE362ED23E}" srcOrd="0" destOrd="0" presId="urn:microsoft.com/office/officeart/2005/8/layout/vProcess5"/>
    <dgm:cxn modelId="{541B17EC-DDDD-45CA-8C95-0B922833FF8B}" srcId="{6FE4BBC7-0385-47F6-9C8E-24B3DE46DC1A}" destId="{3A41DE06-7CE0-4C67-8FCC-A2B47691BB2D}" srcOrd="3" destOrd="0" parTransId="{14AD5BF5-60E2-4F72-8083-B6D2031C8359}" sibTransId="{8C5DCE54-2505-45DC-9AD8-EE8201D65B43}"/>
    <dgm:cxn modelId="{72BCCAEF-04E9-486D-81E6-39F1442364B5}" srcId="{6FE4BBC7-0385-47F6-9C8E-24B3DE46DC1A}" destId="{0F677EFB-4BE4-4421-B4CA-85DAC764FAEB}" srcOrd="0" destOrd="0" parTransId="{DFFDE449-3271-44DC-A39D-53ACFE41A5E5}" sibTransId="{64C7BAE3-82D1-4BBF-814D-EC50AA33F923}"/>
    <dgm:cxn modelId="{010990FB-360B-AA41-B8AC-2D2B5E196177}" type="presParOf" srcId="{BB38FA8C-55C9-7D49-B2BA-4FFE362ED23E}" destId="{567D76FA-DECE-D043-8E14-0F5812BCE15B}" srcOrd="0" destOrd="0" presId="urn:microsoft.com/office/officeart/2005/8/layout/vProcess5"/>
    <dgm:cxn modelId="{1015C309-80DD-0B40-8FDE-8821790D052C}" type="presParOf" srcId="{BB38FA8C-55C9-7D49-B2BA-4FFE362ED23E}" destId="{39E686E9-2F6F-834E-880C-7179FBB3770F}" srcOrd="1" destOrd="0" presId="urn:microsoft.com/office/officeart/2005/8/layout/vProcess5"/>
    <dgm:cxn modelId="{6CF13035-C74E-5843-B858-07FFEAF226F4}" type="presParOf" srcId="{BB38FA8C-55C9-7D49-B2BA-4FFE362ED23E}" destId="{D5D3B49D-0D73-B644-AD22-646172AA070B}" srcOrd="2" destOrd="0" presId="urn:microsoft.com/office/officeart/2005/8/layout/vProcess5"/>
    <dgm:cxn modelId="{B344E9FB-345B-D446-B4FE-266F894D6475}" type="presParOf" srcId="{BB38FA8C-55C9-7D49-B2BA-4FFE362ED23E}" destId="{8360BAE4-4D82-EA4B-BDB9-983C7C0AE29F}" srcOrd="3" destOrd="0" presId="urn:microsoft.com/office/officeart/2005/8/layout/vProcess5"/>
    <dgm:cxn modelId="{E811F66C-427C-AD4C-AC36-FC799C1735B6}" type="presParOf" srcId="{BB38FA8C-55C9-7D49-B2BA-4FFE362ED23E}" destId="{CB99AD44-0159-0549-ABAF-937E5D5A4191}" srcOrd="4" destOrd="0" presId="urn:microsoft.com/office/officeart/2005/8/layout/vProcess5"/>
    <dgm:cxn modelId="{4E95EC27-6B48-8647-B46A-388806C932A7}" type="presParOf" srcId="{BB38FA8C-55C9-7D49-B2BA-4FFE362ED23E}" destId="{1027B5EF-9DE9-4E4F-8EEC-966EA22EDBBC}" srcOrd="5" destOrd="0" presId="urn:microsoft.com/office/officeart/2005/8/layout/vProcess5"/>
    <dgm:cxn modelId="{6C606B40-CA31-D44F-BF9D-1F81DC356721}" type="presParOf" srcId="{BB38FA8C-55C9-7D49-B2BA-4FFE362ED23E}" destId="{AF36486F-1449-CB4A-BF39-50FC1DFBA0D7}" srcOrd="6" destOrd="0" presId="urn:microsoft.com/office/officeart/2005/8/layout/vProcess5"/>
    <dgm:cxn modelId="{1FE6DD31-B8EB-4242-8678-A2CC577ED54A}" type="presParOf" srcId="{BB38FA8C-55C9-7D49-B2BA-4FFE362ED23E}" destId="{A0F1ADB4-0587-E840-A938-263B24796832}" srcOrd="7" destOrd="0" presId="urn:microsoft.com/office/officeart/2005/8/layout/vProcess5"/>
    <dgm:cxn modelId="{17D57326-A543-954C-8953-B2F27BC0A509}" type="presParOf" srcId="{BB38FA8C-55C9-7D49-B2BA-4FFE362ED23E}" destId="{17284D36-7D09-C348-A2FB-1514702AE5BF}" srcOrd="8" destOrd="0" presId="urn:microsoft.com/office/officeart/2005/8/layout/vProcess5"/>
    <dgm:cxn modelId="{8BBB7E7C-ED50-1F46-A4E9-09C82D3C01BA}" type="presParOf" srcId="{BB38FA8C-55C9-7D49-B2BA-4FFE362ED23E}" destId="{4AD4C8A9-4244-7048-8F27-4F3975B0B0BA}" srcOrd="9" destOrd="0" presId="urn:microsoft.com/office/officeart/2005/8/layout/vProcess5"/>
    <dgm:cxn modelId="{6DB20665-8FA1-7A41-8494-08A5D815DB30}" type="presParOf" srcId="{BB38FA8C-55C9-7D49-B2BA-4FFE362ED23E}" destId="{0116FC0D-A757-024E-BC7A-0C962797F918}" srcOrd="10" destOrd="0" presId="urn:microsoft.com/office/officeart/2005/8/layout/vProcess5"/>
    <dgm:cxn modelId="{030F0D88-BA74-F34F-9DEC-68EB31529220}" type="presParOf" srcId="{BB38FA8C-55C9-7D49-B2BA-4FFE362ED23E}" destId="{4EA23687-24B4-164F-A8F1-6D5B08313F1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8F9B1-7D30-4A8B-A8A2-B49BE2DA494C}">
      <dsp:nvSpPr>
        <dsp:cNvPr id="0" name=""/>
        <dsp:cNvSpPr/>
      </dsp:nvSpPr>
      <dsp:spPr>
        <a:xfrm>
          <a:off x="927725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7B408-B9C1-4F67-88F7-F4FD995DD184}">
      <dsp:nvSpPr>
        <dsp:cNvPr id="0" name=""/>
        <dsp:cNvSpPr/>
      </dsp:nvSpPr>
      <dsp:spPr>
        <a:xfrm>
          <a:off x="1093627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FA66F-12C0-4A1B-BB58-34F027E93992}">
      <dsp:nvSpPr>
        <dsp:cNvPr id="0" name=""/>
        <dsp:cNvSpPr/>
      </dsp:nvSpPr>
      <dsp:spPr>
        <a:xfrm>
          <a:off x="678871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1: Introduction to Dexterous</a:t>
          </a:r>
          <a:endParaRPr lang="en-US" sz="1100" kern="1200"/>
        </a:p>
      </dsp:txBody>
      <dsp:txXfrm>
        <a:off x="678871" y="1022409"/>
        <a:ext cx="1276171" cy="510468"/>
      </dsp:txXfrm>
    </dsp:sp>
    <dsp:sp modelId="{812019CB-3BE1-4473-ADAC-F757E96C33B1}">
      <dsp:nvSpPr>
        <dsp:cNvPr id="0" name=""/>
        <dsp:cNvSpPr/>
      </dsp:nvSpPr>
      <dsp:spPr>
        <a:xfrm>
          <a:off x="2427227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5A5E2-1681-4FE5-8F5B-E2EB240503C4}">
      <dsp:nvSpPr>
        <dsp:cNvPr id="0" name=""/>
        <dsp:cNvSpPr/>
      </dsp:nvSpPr>
      <dsp:spPr>
        <a:xfrm>
          <a:off x="2593129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D3C27-2897-4550-97A2-CC5FDD4E2959}">
      <dsp:nvSpPr>
        <dsp:cNvPr id="0" name=""/>
        <dsp:cNvSpPr/>
      </dsp:nvSpPr>
      <dsp:spPr>
        <a:xfrm>
          <a:off x="2178373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2: Literature Survey</a:t>
          </a:r>
          <a:endParaRPr lang="en-US" sz="1100" kern="1200"/>
        </a:p>
      </dsp:txBody>
      <dsp:txXfrm>
        <a:off x="2178373" y="1022409"/>
        <a:ext cx="1276171" cy="510468"/>
      </dsp:txXfrm>
    </dsp:sp>
    <dsp:sp modelId="{F3D956B7-4F7C-4F28-AC51-4A4ACAEC5C2B}">
      <dsp:nvSpPr>
        <dsp:cNvPr id="0" name=""/>
        <dsp:cNvSpPr/>
      </dsp:nvSpPr>
      <dsp:spPr>
        <a:xfrm>
          <a:off x="3926729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9EEB8-5389-4E6E-8DBB-E30CD978718F}">
      <dsp:nvSpPr>
        <dsp:cNvPr id="0" name=""/>
        <dsp:cNvSpPr/>
      </dsp:nvSpPr>
      <dsp:spPr>
        <a:xfrm>
          <a:off x="4092631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AB9B0-CCEB-4F00-982E-991F63615F92}">
      <dsp:nvSpPr>
        <dsp:cNvPr id="0" name=""/>
        <dsp:cNvSpPr/>
      </dsp:nvSpPr>
      <dsp:spPr>
        <a:xfrm>
          <a:off x="3677875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3: Objectives</a:t>
          </a:r>
          <a:endParaRPr lang="en-US" sz="1100" kern="1200"/>
        </a:p>
      </dsp:txBody>
      <dsp:txXfrm>
        <a:off x="3677875" y="1022409"/>
        <a:ext cx="1276171" cy="510468"/>
      </dsp:txXfrm>
    </dsp:sp>
    <dsp:sp modelId="{E05A9E8A-6EE3-4B2B-9F12-8F6B040C1050}">
      <dsp:nvSpPr>
        <dsp:cNvPr id="0" name=""/>
        <dsp:cNvSpPr/>
      </dsp:nvSpPr>
      <dsp:spPr>
        <a:xfrm>
          <a:off x="5426231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6FE4E-391D-4566-B428-767D6C49B62D}">
      <dsp:nvSpPr>
        <dsp:cNvPr id="0" name=""/>
        <dsp:cNvSpPr/>
      </dsp:nvSpPr>
      <dsp:spPr>
        <a:xfrm>
          <a:off x="5592133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206EC-43D1-4E2D-A7DD-9636FD842D93}">
      <dsp:nvSpPr>
        <dsp:cNvPr id="0" name=""/>
        <dsp:cNvSpPr/>
      </dsp:nvSpPr>
      <dsp:spPr>
        <a:xfrm>
          <a:off x="5177377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4: Block Diagram and Working Model</a:t>
          </a:r>
          <a:endParaRPr lang="en-US" sz="1100" kern="1200"/>
        </a:p>
      </dsp:txBody>
      <dsp:txXfrm>
        <a:off x="5177377" y="1022409"/>
        <a:ext cx="1276171" cy="510468"/>
      </dsp:txXfrm>
    </dsp:sp>
    <dsp:sp modelId="{3BA037AE-6CE2-4D4D-93AF-895315A2AC94}">
      <dsp:nvSpPr>
        <dsp:cNvPr id="0" name=""/>
        <dsp:cNvSpPr/>
      </dsp:nvSpPr>
      <dsp:spPr>
        <a:xfrm>
          <a:off x="6925733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2A98D-0399-4E1D-AAF3-50C151063D12}">
      <dsp:nvSpPr>
        <dsp:cNvPr id="0" name=""/>
        <dsp:cNvSpPr/>
      </dsp:nvSpPr>
      <dsp:spPr>
        <a:xfrm>
          <a:off x="7091635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DF12A-50EE-4EC4-84FD-80244A06DA76}">
      <dsp:nvSpPr>
        <dsp:cNvPr id="0" name=""/>
        <dsp:cNvSpPr/>
      </dsp:nvSpPr>
      <dsp:spPr>
        <a:xfrm>
          <a:off x="6676879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5: Industrial Application Diagram</a:t>
          </a:r>
          <a:endParaRPr lang="en-US" sz="1100" kern="1200"/>
        </a:p>
      </dsp:txBody>
      <dsp:txXfrm>
        <a:off x="6676879" y="1022409"/>
        <a:ext cx="1276171" cy="510468"/>
      </dsp:txXfrm>
    </dsp:sp>
    <dsp:sp modelId="{E9EB5CFA-B04E-4969-BE2B-AA8893A73372}">
      <dsp:nvSpPr>
        <dsp:cNvPr id="0" name=""/>
        <dsp:cNvSpPr/>
      </dsp:nvSpPr>
      <dsp:spPr>
        <a:xfrm>
          <a:off x="8425234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56995-9B1B-4AF1-97D9-F003D942DCAB}">
      <dsp:nvSpPr>
        <dsp:cNvPr id="0" name=""/>
        <dsp:cNvSpPr/>
      </dsp:nvSpPr>
      <dsp:spPr>
        <a:xfrm>
          <a:off x="8591137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B8AC4-A5D0-4607-AF90-AB5A4BBAD946}">
      <dsp:nvSpPr>
        <dsp:cNvPr id="0" name=""/>
        <dsp:cNvSpPr/>
      </dsp:nvSpPr>
      <dsp:spPr>
        <a:xfrm>
          <a:off x="8176381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6: Hardware and Software Specifications</a:t>
          </a:r>
          <a:endParaRPr lang="en-US" sz="1100" kern="1200"/>
        </a:p>
      </dsp:txBody>
      <dsp:txXfrm>
        <a:off x="8176381" y="1022409"/>
        <a:ext cx="1276171" cy="510468"/>
      </dsp:txXfrm>
    </dsp:sp>
    <dsp:sp modelId="{BE7F6717-2D8A-41A6-AD77-E13543BAEB90}">
      <dsp:nvSpPr>
        <dsp:cNvPr id="0" name=""/>
        <dsp:cNvSpPr/>
      </dsp:nvSpPr>
      <dsp:spPr>
        <a:xfrm>
          <a:off x="3926729" y="1851920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03269-A200-4738-BE41-285452294D91}">
      <dsp:nvSpPr>
        <dsp:cNvPr id="0" name=""/>
        <dsp:cNvSpPr/>
      </dsp:nvSpPr>
      <dsp:spPr>
        <a:xfrm>
          <a:off x="4092631" y="2017823"/>
          <a:ext cx="446660" cy="4466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40F9F-CB7D-42D8-A8DE-2CF4B5021D53}">
      <dsp:nvSpPr>
        <dsp:cNvPr id="0" name=""/>
        <dsp:cNvSpPr/>
      </dsp:nvSpPr>
      <dsp:spPr>
        <a:xfrm>
          <a:off x="3677875" y="2872858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7: References</a:t>
          </a:r>
          <a:endParaRPr lang="en-US" sz="1100" kern="1200"/>
        </a:p>
      </dsp:txBody>
      <dsp:txXfrm>
        <a:off x="3677875" y="2872858"/>
        <a:ext cx="1276171" cy="510468"/>
      </dsp:txXfrm>
    </dsp:sp>
    <dsp:sp modelId="{589F82E6-416A-4E74-B27F-7ECB78233AC3}">
      <dsp:nvSpPr>
        <dsp:cNvPr id="0" name=""/>
        <dsp:cNvSpPr/>
      </dsp:nvSpPr>
      <dsp:spPr>
        <a:xfrm>
          <a:off x="5426231" y="1851920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07D52-3AEE-4072-9EF7-16806478172C}">
      <dsp:nvSpPr>
        <dsp:cNvPr id="0" name=""/>
        <dsp:cNvSpPr/>
      </dsp:nvSpPr>
      <dsp:spPr>
        <a:xfrm>
          <a:off x="5592133" y="2017823"/>
          <a:ext cx="446660" cy="44666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90497-8B0D-4045-9754-8C9E9E336680}">
      <dsp:nvSpPr>
        <dsp:cNvPr id="0" name=""/>
        <dsp:cNvSpPr/>
      </dsp:nvSpPr>
      <dsp:spPr>
        <a:xfrm>
          <a:off x="5177377" y="2872858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8: Thanks</a:t>
          </a:r>
          <a:endParaRPr lang="en-US" sz="1100" kern="1200"/>
        </a:p>
      </dsp:txBody>
      <dsp:txXfrm>
        <a:off x="5177377" y="2872858"/>
        <a:ext cx="1276171" cy="510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686E9-2F6F-834E-880C-7179FBB3770F}">
      <dsp:nvSpPr>
        <dsp:cNvPr id="0" name=""/>
        <dsp:cNvSpPr/>
      </dsp:nvSpPr>
      <dsp:spPr>
        <a:xfrm>
          <a:off x="0" y="0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Project Objectives</a:t>
          </a:r>
          <a:endParaRPr lang="en-US" sz="1800" kern="1200"/>
        </a:p>
      </dsp:txBody>
      <dsp:txXfrm>
        <a:off x="31059" y="31059"/>
        <a:ext cx="4002254" cy="998322"/>
      </dsp:txXfrm>
    </dsp:sp>
    <dsp:sp modelId="{D5D3B49D-0D73-B644-AD22-646172AA070B}">
      <dsp:nvSpPr>
        <dsp:cNvPr id="0" name=""/>
        <dsp:cNvSpPr/>
      </dsp:nvSpPr>
      <dsp:spPr>
        <a:xfrm>
          <a:off x="438528" y="1253247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Precise Control</a:t>
          </a:r>
          <a:r>
            <a:rPr lang="en-IN" sz="1800" kern="1200"/>
            <a:t>: Ensure smooth and accurate movement using ESP32 and servo motors.</a:t>
          </a:r>
          <a:endParaRPr lang="en-US" sz="1800" kern="1200"/>
        </a:p>
      </dsp:txBody>
      <dsp:txXfrm>
        <a:off x="469587" y="1284306"/>
        <a:ext cx="4046226" cy="998322"/>
      </dsp:txXfrm>
    </dsp:sp>
    <dsp:sp modelId="{8360BAE4-4D82-EA4B-BDB9-983C7C0AE29F}">
      <dsp:nvSpPr>
        <dsp:cNvPr id="0" name=""/>
        <dsp:cNvSpPr/>
      </dsp:nvSpPr>
      <dsp:spPr>
        <a:xfrm>
          <a:off x="870511" y="2506494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Wireless Communication</a:t>
          </a:r>
          <a:r>
            <a:rPr lang="en-IN" sz="1800" kern="1200"/>
            <a:t>: Utilize ESP32 for wireless control via Wi-Fi or Bluetooth, supporting various interfaces.</a:t>
          </a:r>
          <a:endParaRPr lang="en-US" sz="1800" kern="1200"/>
        </a:p>
      </dsp:txBody>
      <dsp:txXfrm>
        <a:off x="901570" y="2537553"/>
        <a:ext cx="4052772" cy="998322"/>
      </dsp:txXfrm>
    </dsp:sp>
    <dsp:sp modelId="{CB99AD44-0159-0549-ABAF-937E5D5A4191}">
      <dsp:nvSpPr>
        <dsp:cNvPr id="0" name=""/>
        <dsp:cNvSpPr/>
      </dsp:nvSpPr>
      <dsp:spPr>
        <a:xfrm>
          <a:off x="1309039" y="3759741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Modular Design</a:t>
          </a:r>
          <a:r>
            <a:rPr lang="en-IN" sz="1800" kern="1200"/>
            <a:t>: Enable future upgrades with a modular platform for additional sensors, tools, or attachments.</a:t>
          </a:r>
          <a:endParaRPr lang="en-US" sz="1800" kern="1200"/>
        </a:p>
      </dsp:txBody>
      <dsp:txXfrm>
        <a:off x="1340098" y="3790800"/>
        <a:ext cx="4046226" cy="998322"/>
      </dsp:txXfrm>
    </dsp:sp>
    <dsp:sp modelId="{1027B5EF-9DE9-4E4F-8EEC-966EA22EDBBC}">
      <dsp:nvSpPr>
        <dsp:cNvPr id="0" name=""/>
        <dsp:cNvSpPr/>
      </dsp:nvSpPr>
      <dsp:spPr>
        <a:xfrm>
          <a:off x="4546873" y="812200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701962" y="812200"/>
        <a:ext cx="379108" cy="518688"/>
      </dsp:txXfrm>
    </dsp:sp>
    <dsp:sp modelId="{AF36486F-1449-CB4A-BF39-50FC1DFBA0D7}">
      <dsp:nvSpPr>
        <dsp:cNvPr id="0" name=""/>
        <dsp:cNvSpPr/>
      </dsp:nvSpPr>
      <dsp:spPr>
        <a:xfrm>
          <a:off x="4985401" y="2065447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140490" y="2065447"/>
        <a:ext cx="379108" cy="518688"/>
      </dsp:txXfrm>
    </dsp:sp>
    <dsp:sp modelId="{A0F1ADB4-0587-E840-A938-263B24796832}">
      <dsp:nvSpPr>
        <dsp:cNvPr id="0" name=""/>
        <dsp:cNvSpPr/>
      </dsp:nvSpPr>
      <dsp:spPr>
        <a:xfrm>
          <a:off x="5417384" y="3318695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572473" y="3318695"/>
        <a:ext cx="379108" cy="518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33886109_A_Cost-Efficient_Multipurpose_Service_Robot_using_Raspberry_Pi_and_6_DOF_Robotic_Arm" TargetMode="External"/><Relationship Id="rId3" Type="http://schemas.openxmlformats.org/officeDocument/2006/relationships/image" Target="../media/image33.jpeg"/><Relationship Id="rId7" Type="http://schemas.openxmlformats.org/officeDocument/2006/relationships/hyperlink" Target="https://ozrobotics.com/shop/hiwonder-maxarm-robot-arm-powered-by-esp32-support-python-and-arduino-programming-standard-kit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ademia.edu/50180450/Design_and_implement_of_robotic_arm_and_control_of_moving_via_IoT_with_Arduino_ESP32" TargetMode="External"/><Relationship Id="rId5" Type="http://schemas.openxmlformats.org/officeDocument/2006/relationships/hyperlink" Target="https://iotdesignpro.com/articles/iot-based-robotic-arm-controlling-using-esp32" TargetMode="External"/><Relationship Id="rId10" Type="http://schemas.openxmlformats.org/officeDocument/2006/relationships/hyperlink" Target="https://docs.google.com/spreadsheets/d/1wXcu2AezT9oymwPx0rUag4GGjRIw_IFt9GSfBZX83_Y/edit#gid=0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grabcad.com/library/robot-arm-8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3221-2B80-CFB4-24A1-A6D045C26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825" y="752354"/>
            <a:ext cx="7197726" cy="350605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ndara" panose="020E0502030303020204" pitchFamily="34" charset="0"/>
              </a:rPr>
              <a:t>The Journey of Crafting a 6-DOF Robotic Arm with ESP32</a:t>
            </a:r>
            <a:br>
              <a:rPr lang="en-IN" b="1" dirty="0">
                <a:latin typeface="Candara" panose="020E0502030303020204" pitchFamily="34" charset="0"/>
              </a:rPr>
            </a:br>
            <a:br>
              <a:rPr lang="en-IN" b="1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885BA-1925-6338-A8FA-A0798E6DD621}"/>
              </a:ext>
            </a:extLst>
          </p:cNvPr>
          <p:cNvSpPr txBox="1"/>
          <p:nvPr/>
        </p:nvSpPr>
        <p:spPr>
          <a:xfrm>
            <a:off x="6136511" y="3812927"/>
            <a:ext cx="6099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dirty="0">
                <a:latin typeface="Century" panose="02040604050505020304" pitchFamily="18" charset="0"/>
                <a:cs typeface="Damascus" pitchFamily="2" charset="-78"/>
              </a:rPr>
              <a:t>Dexterous</a:t>
            </a:r>
          </a:p>
        </p:txBody>
      </p:sp>
    </p:spTree>
    <p:extLst>
      <p:ext uri="{BB962C8B-B14F-4D97-AF65-F5344CB8AC3E}">
        <p14:creationId xmlns:p14="http://schemas.microsoft.com/office/powerpoint/2010/main" val="522840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30DC-C5DA-BEF6-6479-15544F85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37D486-E434-24E1-4F5E-A177EEB9F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980856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2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9727-B045-4C45-DFB4-7CCE0742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/>
              <a:t>Section 1: Introduction to Dexterous</a:t>
            </a:r>
            <a:br>
              <a:rPr lang="en-IN" b="1"/>
            </a:br>
            <a:endParaRPr lang="en-US"/>
          </a:p>
        </p:txBody>
      </p:sp>
      <p:pic>
        <p:nvPicPr>
          <p:cNvPr id="5" name="Picture 4" descr="White bulbs with a yellow one standing out">
            <a:extLst>
              <a:ext uri="{FF2B5EF4-FFF2-40B4-BE49-F238E27FC236}">
                <a16:creationId xmlns:a16="http://schemas.microsoft.com/office/drawing/2014/main" id="{E9D4B4CF-1D0E-3963-3167-AAF982DFDB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03" r="35373" b="-2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98F38-D20C-EBC3-60CB-46D0EB5C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500" b="1"/>
              <a:t>Challenge and Innovation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Crafting a 6-DOF Robotic Arm</a:t>
            </a:r>
            <a:r>
              <a:rPr lang="en-IN" sz="1500"/>
              <a:t>: The project involves the creation of a 6-DOF robotic arm using ESP32 and Raspberry Pi 3, presenting a thrilling challenge and opportunity for innovation.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Skill Development</a:t>
            </a:r>
            <a:r>
              <a:rPr lang="en-IN" sz="1500"/>
              <a:t>: The project offers opportunities to hone mechanical, electronic, and coding skills, providing practical knowledge in cutting-edge technology.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b="1"/>
              <a:t>Future Automation Insight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Insight into Future Automation</a:t>
            </a:r>
            <a:r>
              <a:rPr lang="en-IN" sz="1500"/>
              <a:t>: The project offers deep insight into future automation with ESP32 and Raspberry Pi 3, positioning participants as contributors to future advancements in the field.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Transformative Experience</a:t>
            </a:r>
            <a:r>
              <a:rPr lang="en-IN" sz="1500"/>
              <a:t>: Creating a 6-DOF robotic arm isn't just a project; it's a transformative experience propelling individuals into the realm of advanced technology.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74353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7038-BE3F-1CA5-578A-83B648B9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IN" b="1"/>
              <a:t>Section 2: Literature Survey</a:t>
            </a:r>
            <a:br>
              <a:rPr lang="en-IN" b="1"/>
            </a:br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BFDFA7F2-14DF-DE1C-498F-FA7341B53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00" r="20577" b="-2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1284-5AF6-3A35-4A6C-9A85D1A1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/>
              <a:t>Key Trends and Findings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Common Control Technologies</a:t>
            </a:r>
            <a:r>
              <a:rPr lang="en-IN"/>
              <a:t>: ESP32 and Raspberry Pi 3 are common for control, showcasing synergy in the field of robotics.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Affordability and Flexibility</a:t>
            </a:r>
            <a:r>
              <a:rPr lang="en-IN"/>
              <a:t>: 3D printing is vital for cost-effective 6-DOF fabrication, highlighting affordability and flexibility in a 6-DOF context.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Integration of Locomotion</a:t>
            </a:r>
            <a:r>
              <a:rPr lang="en-IN"/>
              <a:t>: There is a trend towards integrating 6-DOF arms with locomotion, showcasing advancements in the field.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Advances and Trends</a:t>
            </a:r>
            <a:r>
              <a:rPr lang="en-IN"/>
              <a:t>: The literature survey concludes that there are advances in 6-DOF arms with locomotion, using ESP32 and Raspberry Pi 3. It also highlights future research opportunities in refining controls and expanding applications.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/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F4244-5001-48FC-6910-6E230B70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Objectives</a:t>
            </a:r>
            <a:br>
              <a:rPr lang="en-IN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546942-CE2A-AB7C-81B8-FEACD5139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263643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2764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E18F9783-7055-9BAE-4DCD-FE928154A5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80717-3122-8E5D-A338-74A62912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IN" b="1"/>
              <a:t>Additional 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9B23-0F60-EEE3-383B-FE66B63D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r>
              <a:rPr lang="en-IN"/>
              <a:t>1. </a:t>
            </a:r>
            <a:r>
              <a:rPr lang="en-IN" b="1"/>
              <a:t>Locomotion Integration</a:t>
            </a:r>
            <a:r>
              <a:rPr lang="en-IN"/>
              <a:t>: Develop and implement a robust system for the robotic arm to move effectively and efficiently, allowing it to perform tasks with precision and accuracy. </a:t>
            </a:r>
          </a:p>
          <a:p>
            <a:r>
              <a:rPr lang="en-IN"/>
              <a:t>2. </a:t>
            </a:r>
            <a:r>
              <a:rPr lang="en-IN" b="1"/>
              <a:t>End-Effector Customization</a:t>
            </a:r>
            <a:r>
              <a:rPr lang="en-IN"/>
              <a:t>: Create a flexible system that enables the customization of end-effectors to cater to specific tasks and applications. This will allow for seamless adaptation to various scenarios and requirements. </a:t>
            </a:r>
          </a:p>
          <a:p>
            <a:r>
              <a:rPr lang="en-IN"/>
              <a:t>3. </a:t>
            </a:r>
            <a:r>
              <a:rPr lang="en-IN" b="1"/>
              <a:t>Safety Measures</a:t>
            </a:r>
            <a:r>
              <a:rPr lang="en-IN"/>
              <a:t>: Incorporate advanced safety features such as obstacle detection and secure operation protocols to ensure the robotic arm operates in a safe and controlled manner, minimizing potential hazards and risks.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6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97BF3-5ACE-E893-8DDB-3F62233D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87" y="3572"/>
            <a:ext cx="10131425" cy="1456267"/>
          </a:xfrm>
        </p:spPr>
        <p:txBody>
          <a:bodyPr>
            <a:normAutofit/>
          </a:bodyPr>
          <a:lstStyle/>
          <a:p>
            <a:r>
              <a:rPr lang="en-IN" b="1" dirty="0"/>
              <a:t>Circuit Diagram</a:t>
            </a:r>
            <a:endParaRPr lang="en-US" dirty="0"/>
          </a:p>
        </p:txBody>
      </p:sp>
      <p:pic>
        <p:nvPicPr>
          <p:cNvPr id="4" name="Picture 3" descr="A diagram of a computer chip&#10;&#10;Description automatically generated">
            <a:extLst>
              <a:ext uri="{FF2B5EF4-FFF2-40B4-BE49-F238E27FC236}">
                <a16:creationId xmlns:a16="http://schemas.microsoft.com/office/drawing/2014/main" id="{51509640-771E-4D21-E346-0C8EAA29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621" y="1220564"/>
            <a:ext cx="8806491" cy="50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7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4681873" cy="1456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 b="1"/>
              <a:t>Hardware and Software Specifications</a:t>
            </a:r>
            <a:br>
              <a:rPr lang="en-IN" sz="3100" b="1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4681873" cy="364913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700" b="1"/>
              <a:t>Hardware Specifications: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1) Kill Switch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2) Battery 12V LiPo Battery 3 Cells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3) PCA 9685 module Servo Driver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4) ESP32 microcontroller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5) Jumper Cables (Male to Female and Female to Female)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6) Wires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7) PDB Board for Power Distribution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8) LEDs and Resistors and switches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90820A0-B14B-4F1C-8DDA-174AC2B1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78" name="Freeform 98">
              <a:extLst>
                <a:ext uri="{FF2B5EF4-FFF2-40B4-BE49-F238E27FC236}">
                  <a16:creationId xmlns:a16="http://schemas.microsoft.com/office/drawing/2014/main" id="{A0B952A8-34E8-46AE-B7EC-D9FB3BF1EE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7C0821D-1BFC-498C-BEE4-6CE6B6B2C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CAE6635-A640-4DF6-8A57-8989A6B7B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BA16D7B4-883D-4B71-A28E-8BDCD687E8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B72A9B10-2C9E-4DDF-8C99-874229A49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F75B38-CC94-4DE1-A968-D9E320A926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F0E9350D-D958-4D62-8379-58ADFF9545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61CA4590-01F5-4F10-A727-F0EE16FD3E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34D2BBC3-F36B-4D06-BCA7-F71AD66980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09AD5E0B-9B13-4228-A23D-83F17DD0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3E153321-B19E-4FA5-8A22-05A91F2AC4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8CB9B077-591C-4298-888F-32BB6D0AB6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F6FAFF7A-3D2E-40E1-961C-C2875D67D3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37AB21FA-AE5F-4714-968F-356DEE791F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A657826-1C0D-47DD-9B11-E93A32B64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0DC7092-7C59-441C-9840-7163FAB2D6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356E4341-2683-4149-A265-F498A3B79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2D68886-7F13-46BC-9D15-BAF1B45EC3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17C4A21-61C9-400C-B013-440B0338B6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DB85B97-7A10-452C-95EB-4CBC73A729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5A1D773-A4DC-4A3D-BB9D-E056BAC3B7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9A7184E7-1D5B-4687-8ADC-B776C1EFB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32D3DC5-864B-4B44-9E09-2FE1AD048A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0DB5CCD-3BBF-45CE-B561-4579A82BD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1DD1944-44B9-4A99-A105-7C364538CA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45ACDF35-7550-4E16-9914-613447CC0F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3BE9C83A-DEB3-4D63-A163-8223B68140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76FFC901-4314-4DC8-BCF5-34E1ACC591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5ACA1D64-7220-4CB4-9BF1-69B45B4822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E565C435-F20D-4ACD-921E-A46F19D671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88848F1-0711-4763-BC8B-76970B5C8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CF1F2F9F-1FE7-4945-95B9-09731BE954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FD030805-517F-4B88-A49B-B0E89A0A9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A51D02D9-7DCC-42F6-BBD4-62F841ED42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70B07484-4B4C-4B4E-9841-E455CCF19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3183CA18-F3C2-4329-AC85-63B53C6A63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5F40AEE3-A69A-4F08-95EC-D4427E2461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192C26C7-E36B-4C29-9C8B-963C7C350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EA2AB60F-895F-49A6-A514-5EDE49E67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2A53213F-862F-474E-9DE6-F06F3F344C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8D556880-E892-4297-B930-959E868A1F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786BA14-25A0-4244-92EE-40B324E323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54A8FE26-68CA-4ED2-AC18-175CCD385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02032B0-7225-492F-A909-4A5FA8B1CA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1AA3885E-E420-40C5-8B05-E5167027DD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DA973D3B-A048-46C9-8DA7-6792F2F949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7BAEE237-4C03-4C0B-9951-EB14A5362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4E1D87A6-7BC8-4BD7-A2B9-B64555B75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617DFB34-0FF3-45E0-86D1-14367FD4E1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B72F8F4-90B4-4099-B7E7-4F060A017D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59A58548-CA86-4B09-9534-0B9F46F1C6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1395729B-8C0E-41B8-B3ED-3E25B3289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3910024-5A98-44CB-96D6-6F18BEE2B1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271B185B-BD9C-4F33-A1CA-8053DC4F1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D04AC18-163B-4734-89C3-160679520D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F08A3168-5207-4A96-AF77-4442A6DD4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F103104E-3B79-4584-BC67-161734567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DAE2661F-465D-44F7-832A-93816854D4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26351CA6-C76B-4C66-9378-C385BBE402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242756B9-0921-4B55-B129-1C794D4FDA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37841ED-C77C-4824-BBDB-A4AD5CC4C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4E74C45-8542-46B2-AAA4-974909068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B975665-5AAD-40D4-AC00-1047ED6593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046CFA9-FF2B-4D62-8063-8D68FF480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E50C0FC6-86F2-4AAC-9174-25FB83DA6F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88652921-868F-4CCF-B70C-034DAD2E7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02A55E7D-1C8A-4438-A99F-3ACAC87A7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3610C07-2EF7-4475-AF6C-9CA4C0645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B17D69AF-D03D-4514-A534-475B175912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570FDC14-72EE-470D-876E-651741365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BEAC2A8-991D-4B96-ABE3-9A32625B22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4FDD02D-2AD2-4A6C-BBC9-15591F457B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F6844DDA-5D96-4DEA-A208-28BBA35901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A96F2E86-56F4-4B0C-8D83-55D2865C87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C193D075-DE33-4AD6-937B-FC2912872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B59EA056-638E-430D-AE76-796F1ED38B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8D75FB12-06AB-46A1-BFE4-D16F35625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351D4855-B924-45D6-A884-31A6BC963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8397D34C-609D-44DB-AFF8-75858A4F31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EA17769-C4B1-4138-875F-A58D5D8497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B02E948-8CD2-4C3C-9E5D-262DAC3C9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F8E025EC-8201-4DC5-B858-C2EEA8121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5D00349E-7825-4D5D-81A3-6A5FB2D95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2B0493F4-7EE3-40BC-9693-4C30116976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5D627BB-BD2B-4E33-837E-94DABD948C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0948FD7F-4A95-419F-9592-F1AE43EB3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76D13955-7897-45BF-AE8D-F635DE729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AD38C1DF-38DA-4D6D-AEDD-F23C531045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5618B3C8-757B-4262-8325-56E79801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5BC63D8C-C95A-4588-AEC8-83438699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E1EBAFC9-1157-4512-A58B-E8DBDCB0E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D5C42AD4-0C0A-44F8-BEF5-76D798BB14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FA2FDF3F-1D8B-4D7F-9713-D2785051C4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CE5C02B7-5014-410B-A59B-ABA9017C96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A738C92-C3B6-43D5-A718-230FE5A78A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A7FDBFA0-A00A-4C49-A38C-5197E28B1E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162F2930-B81B-47BF-BAB6-6CD862E0AC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BDB0E661-1786-4C8B-B4AA-1C46DBB09F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EAE039B6-9B91-4DF7-B2E1-BEC620E8AF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A09B3898-68D4-4032-973C-3297FA2A0B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56FDF469-A729-4C34-9A4E-FC7F50FB6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B42661BA-C51F-493E-BA84-7E8E02647B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BCA6BFC1-5596-4F25-8834-B82EC76C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ADC0C4EA-8B26-488D-842A-8492C28EFA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1365199F-3DA2-4ECE-8AA0-B37E7E3AFB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F8EAD3C-6628-48E5-A004-B34EFF17E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8627E51D-F7F3-432F-B018-3390B0A3E2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0A796D9-B9B7-497E-91F4-257D2CCAA2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E4E17776-2D77-4801-AFE4-553D807E01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AF653420-3C79-432A-9CAB-6A4AEC545B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CB4F431F-451E-4136-B596-17B639632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75E18572-BE7A-4234-B454-FD38ABFAE2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5EB9F985-7C1A-4BFE-A4DC-F35AA0D04E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00648B4-39E6-409B-A151-2A6CC6D3C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013A2463-A9F5-45B4-804E-5595FAE42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BF3193A-025E-4BE6-9AD5-D3106F9D78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E2832A9B-55E5-494A-A717-3617EDD1F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CC0DA7BF-4BD6-46F6-91A1-E38E259FC7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87B5F7E4-8A2A-468D-8EF3-6D7171EBC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F6A8F3CE-3B42-4770-8933-7C9BCA91B6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6224EF38-8522-4A6A-BA96-BAAB1A136C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42B702F4-3A4F-475E-A874-62BA9C76A0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1BF12728-61DB-4CA7-BFEA-C67E21001E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2A114F6C-B377-4620-9C72-92D0FA5095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185FB219-37DC-4CBB-BDEF-43EF98EB0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060F2EE-256C-4A23-A980-9C317EA5F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52F37857-F893-4D54-B377-60870C91BC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F5DEA293-2202-41FF-B5FE-71F06BAA6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A9C59CAC-07BD-4C27-8926-C55E46BD10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480FA13A-0B04-4946-9A24-2701584E2D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488CE1CC-C8B3-470F-9512-B590AF9DE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7C1809CD-B912-4E69-A5A5-94EA27B280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FB9E3C6C-40C8-4A98-B0AF-C45C414845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DBE61EAD-B3F8-4E77-B3B6-0A3374C0F2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4303657B-9569-4CB6-A870-F7D678DE67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C95E1DFB-B252-4CBC-95A8-D1DC68A185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2D7B24AC-E1C7-4A27-BACA-0AE3C159FD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97ECB039-4BBD-4991-8C57-7D90D4A22C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38517C97-1250-4775-B725-2CBD677C3F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C9679D68-007E-47A6-A882-07A8088B5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67BAF92-FB48-468A-B633-46749349E5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2875629C-FBE1-4E58-82B5-53DBC3ABD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CC29FC6C-B918-40F3-AAAA-1A4F1DFBE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2D55E2D8-4D39-4F44-AAE7-B3B2DDDB5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8EF38C89-9B35-40D5-A2EC-AE4FFF1712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15C842FE-0918-4A9A-B4F3-F69C539B3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C5A2FDBE-9CE6-41C7-A149-1FC75441C4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FE76B3FC-2648-4EF2-A363-8AED916B45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57AD43BF-C5AB-4324-B39E-5E3AFC887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1D7FC0CC-E465-4316-A7B6-42441D27DC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5EF568F1-4905-4D65-8510-683A87097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B0779A11-5E9E-4455-8DB7-6BF1F0BA4E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2B884067-174C-4C5C-955E-462157D0F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BE5F0FA8-85D6-4B51-B2A8-027AC28D82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E76C2522-4938-48D4-9ACE-F61BC45271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7119966D-0585-4354-991F-856ADF670D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6931C16B-534C-413B-A404-870528429A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88EA28D-0FC2-4BEA-B3EB-D9DEB3C4F7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F2052B6-705D-484A-9856-BCC35D311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B357007E-5B0B-4BC1-96BB-2F9A55E28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144B8928-2E44-471E-818A-AC5F8B9B1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D3F906D0-CE7C-484D-8C11-5011F768A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739066">
            <a:off x="5520984" y="3122486"/>
            <a:ext cx="2928062" cy="2544637"/>
            <a:chOff x="5281603" y="104899"/>
            <a:chExt cx="6910397" cy="6005491"/>
          </a:xfrm>
        </p:grpSpPr>
        <p:sp>
          <p:nvSpPr>
            <p:cNvPr id="342" name="Freeform 183">
              <a:extLst>
                <a:ext uri="{FF2B5EF4-FFF2-40B4-BE49-F238E27FC236}">
                  <a16:creationId xmlns:a16="http://schemas.microsoft.com/office/drawing/2014/main" id="{0FE191C3-385B-4E2B-ADE9-0FA9E09CA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DF236ECF-9469-429F-B950-E6274E93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ACFB9B6B-3B4B-406C-A9C4-9E15E8EDA9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1185F607-E801-4999-8E05-0C8486DAAA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2AE80DE6-1860-413C-83A4-3D16C772F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BCA67FE0-1324-427A-A3EB-EC0E27E8DA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7426A4D5-E148-458E-81B7-A67551CC52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5AE534E1-BFC4-4B6F-B4A6-D0331A128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6D2BC14-55E1-4250-A703-26EAE5BEB1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28FA0B2-4451-4A40-A6A8-B5B2BFFD22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695551A0-FD49-4C51-9936-31AADCF8F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1AA33D7-B8C3-4A4C-B04C-90496559F6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EC11C7CB-C8A3-4FA2-8919-4BDE08B8C0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04122C9F-7650-4E2A-BBDD-5ED1794298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B2331B0F-4B2B-49FF-B210-A548BEE14B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9E66A3B2-EAB9-4D0F-8CC6-133C4B8D2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A5D255CC-F767-47F3-9B04-0F597091D8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DE6FFD6E-D10A-4E69-B92A-1C3D4AD900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9BAE1242-2228-4493-81B5-F7807B8DAC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7A6A8552-686E-44B0-AA9A-9488BB77FE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7C45C190-42DB-4A86-A102-D04A25E1E1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C2E5DE9-3511-45AE-9F95-710C8211A3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53F3C6F6-47A6-4265-878C-5092E93280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82B1F3E7-F618-4E13-9E16-7118C45C7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A5E7DF9B-A62B-4C53-A661-B401D7195B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EEE4847E-481F-4419-AE1F-90DED5344C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B13E9C09-74A8-40D0-BC37-74CA31F5D0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B0009143-1101-4DF3-B01E-766F9BE63D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995E8D24-3C05-4242-92BA-731FDA5AE6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40A7CC8-D93E-41C0-8322-8EF549E1A5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B91F070-941B-4307-9931-156C868BFF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BF90A755-20A8-4274-A4F7-BD624FECFA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D87C615-9E34-495E-8406-FAEFC2F845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11A383A9-4CA6-4FAB-9F61-C5E53DBF8B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D7B6069C-3205-4BBB-ADDF-D85A07E55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8083F5B-DC24-40B3-92D2-BF90631145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AEA55FF-DDBB-4AA2-ACBD-9A4D56FFCC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2E00B1FB-F492-483C-B4D3-893BE48D29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576CFD40-49E1-465A-9B23-F9D980D9A4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5D63EDB7-C852-43C0-9954-6F2196FAB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316E726A-0F37-45E3-9BDF-42ECAA68F6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29E8E54E-8FB5-4650-AD2D-C65F3F53A9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33018142-C705-4D1B-8C27-83842B8D1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B029D1D-41B1-45D6-8FC5-9EBEEEBD51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238CE0A4-BE74-4418-8DB6-FC0A39102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C5DC5DB6-FAE4-45E0-A0E5-E613B8D7E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3FBB2B3B-650C-4D6B-BA13-A71D6CB8CD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AA61A363-0BE0-4381-9635-02A60AE9C1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F363EFF4-A1A6-4E57-8128-D13002EAD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744B3004-D3A0-4C95-8618-02CD578CC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8511694-389A-4FA7-950D-D0B63A422C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03CF007D-1A35-4653-994F-C5DC685C4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E268873C-3BA1-4848-8A1E-55D4416950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6F28B5E8-5EF7-40C6-8012-75E3ADCB41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C4DD4F11-6920-4398-88A7-0C571FA3F9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B87C9D72-9386-43D4-9C27-2B0A676624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6903FC60-7B4A-4E8D-B64E-A6570168D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1565646A-F4D1-434F-ACCE-BC14E5D049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EB5384FB-B917-47C4-9BEF-B81DFEE8C2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03934C7C-17F3-44A9-96A6-AC1E3AFE0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88AF32D4-0DB1-4F6F-8B2B-27519AB902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E8FB5CFF-2F83-4320-9CD0-CCD78775EC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C85CC5D7-8944-4B99-92D2-D827AB9C4F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F55CCF6E-2B52-4B36-872D-542D0CDD70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12D2E4E5-D86C-41AF-B664-F7E077398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1B38EA97-5B13-4977-B58D-0B28E2D8B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0CC35DD3-5BF6-4C99-93A1-C0F5ACAB7A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A69C8543-88BB-4CDA-8EF5-2850685210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A091AE30-82E9-4674-9E65-5042AB251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9A3D2800-7BCF-4C76-9CCD-6962D5E5E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2AD91264-05B7-4454-AE8C-BAC45B33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2047D64C-CE38-4EDA-8EA5-8A805D525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A3C33408-5D0E-4DE4-8945-9001979D3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E1AE14B5-3844-4A66-A8BC-CD8538C562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5F78B15A-17F2-474B-A6B5-34B225EBA0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14C9FE9-2E7D-466C-978D-713D0A662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882ACEF4-C446-4969-92B5-8649558C27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DDA39D67-86FF-418E-9876-AB14AFD793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2D3BF31F-EEDE-4027-BAE2-CD14B138C5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F37BBBCA-15AD-4E11-813C-E58EE564FD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Google Shape;237;p22">
            <a:extLst>
              <a:ext uri="{FF2B5EF4-FFF2-40B4-BE49-F238E27FC236}">
                <a16:creationId xmlns:a16="http://schemas.microsoft.com/office/drawing/2014/main" id="{72913E9A-E351-025D-2EC9-0733DF51DBF8}"/>
              </a:ext>
            </a:extLst>
          </p:cNvPr>
          <p:cNvPicPr preferRelativeResize="0"/>
          <p:nvPr/>
        </p:nvPicPr>
        <p:blipFill rotWithShape="1">
          <a:blip r:embed="rId3"/>
          <a:srcRect r="-5" b="-5"/>
          <a:stretch/>
        </p:blipFill>
        <p:spPr>
          <a:xfrm>
            <a:off x="5959325" y="2806240"/>
            <a:ext cx="2902538" cy="2902537"/>
          </a:xfrm>
          <a:custGeom>
            <a:avLst/>
            <a:gdLst/>
            <a:ahLst/>
            <a:cxnLst/>
            <a:rect l="l" t="t" r="r" b="b"/>
            <a:pathLst>
              <a:path w="2851962" h="2851962">
                <a:moveTo>
                  <a:pt x="1425981" y="0"/>
                </a:moveTo>
                <a:cubicBezTo>
                  <a:pt x="2213529" y="0"/>
                  <a:pt x="2851962" y="638433"/>
                  <a:pt x="2851962" y="1425981"/>
                </a:cubicBezTo>
                <a:cubicBezTo>
                  <a:pt x="2851962" y="2213529"/>
                  <a:pt x="2213529" y="2851962"/>
                  <a:pt x="1425981" y="2851962"/>
                </a:cubicBezTo>
                <a:cubicBezTo>
                  <a:pt x="638433" y="2851962"/>
                  <a:pt x="0" y="2213529"/>
                  <a:pt x="0" y="1425981"/>
                </a:cubicBezTo>
                <a:cubicBezTo>
                  <a:pt x="0" y="638433"/>
                  <a:pt x="638433" y="0"/>
                  <a:pt x="1425981" y="0"/>
                </a:cubicBezTo>
                <a:close/>
              </a:path>
            </a:pathLst>
          </a:custGeom>
          <a:noFill/>
        </p:spPr>
      </p:pic>
      <p:pic>
        <p:nvPicPr>
          <p:cNvPr id="6" name="Google Shape;248;p23">
            <a:extLst>
              <a:ext uri="{FF2B5EF4-FFF2-40B4-BE49-F238E27FC236}">
                <a16:creationId xmlns:a16="http://schemas.microsoft.com/office/drawing/2014/main" id="{8075836F-BDE2-9D14-428C-F6AADD22981A}"/>
              </a:ext>
            </a:extLst>
          </p:cNvPr>
          <p:cNvPicPr preferRelativeResize="0"/>
          <p:nvPr/>
        </p:nvPicPr>
        <p:blipFill rotWithShape="1">
          <a:blip r:embed="rId4"/>
          <a:srcRect t="11306" r="-4" b="13231"/>
          <a:stretch/>
        </p:blipFill>
        <p:spPr>
          <a:xfrm>
            <a:off x="8055588" y="-3863"/>
            <a:ext cx="4132754" cy="3445946"/>
          </a:xfrm>
          <a:custGeom>
            <a:avLst/>
            <a:gdLst/>
            <a:ahLst/>
            <a:cxnLst/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  <a:noFill/>
        </p:spPr>
      </p:pic>
      <p:pic>
        <p:nvPicPr>
          <p:cNvPr id="4" name="Google Shape;234;p22">
            <a:extLst>
              <a:ext uri="{FF2B5EF4-FFF2-40B4-BE49-F238E27FC236}">
                <a16:creationId xmlns:a16="http://schemas.microsoft.com/office/drawing/2014/main" id="{C3E50656-63B2-527E-F332-61827BBC4791}"/>
              </a:ext>
            </a:extLst>
          </p:cNvPr>
          <p:cNvPicPr preferRelativeResize="0"/>
          <p:nvPr/>
        </p:nvPicPr>
        <p:blipFill rotWithShape="1">
          <a:blip r:embed="rId5"/>
          <a:srcRect l="24810" r="25658" b="3"/>
          <a:stretch/>
        </p:blipFill>
        <p:spPr>
          <a:xfrm>
            <a:off x="8888133" y="4144246"/>
            <a:ext cx="3302966" cy="2717299"/>
          </a:xfrm>
          <a:custGeom>
            <a:avLst/>
            <a:gdLst/>
            <a:ahLst/>
            <a:cxnLst/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76870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50;p23">
            <a:extLst>
              <a:ext uri="{FF2B5EF4-FFF2-40B4-BE49-F238E27FC236}">
                <a16:creationId xmlns:a16="http://schemas.microsoft.com/office/drawing/2014/main" id="{D728C0AA-9BDD-0CCA-688B-C0EA2D180C11}"/>
              </a:ext>
            </a:extLst>
          </p:cNvPr>
          <p:cNvPicPr preferRelativeResize="0"/>
          <p:nvPr/>
        </p:nvPicPr>
        <p:blipFill rotWithShape="1">
          <a:blip r:embed="rId3"/>
          <a:srcRect t="22705" b="210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8B7D16-051E-4562-B872-ABF369C45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" name="Freeform 5">
            <a:extLst>
              <a:ext uri="{FF2B5EF4-FFF2-40B4-BE49-F238E27FC236}">
                <a16:creationId xmlns:a16="http://schemas.microsoft.com/office/drawing/2014/main" id="{ED10CF64-F588-4794-80E9-12CBA178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16466" y="-18309"/>
            <a:ext cx="11159068" cy="6894618"/>
          </a:xfrm>
          <a:custGeom>
            <a:avLst/>
            <a:gdLst>
              <a:gd name="T0" fmla="*/ 2331 w 2331"/>
              <a:gd name="T1" fmla="*/ 721 h 1440"/>
              <a:gd name="T2" fmla="*/ 2082 w 2331"/>
              <a:gd name="T3" fmla="*/ 0 h 1440"/>
              <a:gd name="T4" fmla="*/ 249 w 2331"/>
              <a:gd name="T5" fmla="*/ 0 h 1440"/>
              <a:gd name="T6" fmla="*/ 0 w 2331"/>
              <a:gd name="T7" fmla="*/ 721 h 1440"/>
              <a:gd name="T8" fmla="*/ 248 w 2331"/>
              <a:gd name="T9" fmla="*/ 1440 h 1440"/>
              <a:gd name="T10" fmla="*/ 2083 w 2331"/>
              <a:gd name="T11" fmla="*/ 1440 h 1440"/>
              <a:gd name="T12" fmla="*/ 2331 w 2331"/>
              <a:gd name="T13" fmla="*/ 721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1" h="1440">
                <a:moveTo>
                  <a:pt x="2331" y="721"/>
                </a:moveTo>
                <a:cubicBezTo>
                  <a:pt x="2331" y="449"/>
                  <a:pt x="2238" y="198"/>
                  <a:pt x="2082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93" y="198"/>
                  <a:pt x="0" y="449"/>
                  <a:pt x="0" y="721"/>
                </a:cubicBezTo>
                <a:cubicBezTo>
                  <a:pt x="0" y="992"/>
                  <a:pt x="92" y="1242"/>
                  <a:pt x="248" y="1440"/>
                </a:cubicBezTo>
                <a:cubicBezTo>
                  <a:pt x="2083" y="1440"/>
                  <a:pt x="2083" y="1440"/>
                  <a:pt x="2083" y="1440"/>
                </a:cubicBezTo>
                <a:cubicBezTo>
                  <a:pt x="2239" y="1242"/>
                  <a:pt x="2331" y="992"/>
                  <a:pt x="2331" y="72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838200"/>
            <a:ext cx="9437159" cy="1227667"/>
          </a:xfrm>
        </p:spPr>
        <p:txBody>
          <a:bodyPr>
            <a:normAutofit/>
          </a:bodyPr>
          <a:lstStyle/>
          <a:p>
            <a:r>
              <a:rPr lang="en-IN" b="1"/>
              <a:t>Hardware and Software Specifications</a:t>
            </a:r>
            <a:br>
              <a:rPr lang="en-IN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067" y="2006601"/>
            <a:ext cx="9437159" cy="3784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US" dirty="0"/>
              <a:t>9) Cytron Motor Drivers MDD10A </a:t>
            </a:r>
          </a:p>
          <a:p>
            <a:pPr marL="0" indent="0">
              <a:buNone/>
            </a:pPr>
            <a:r>
              <a:rPr lang="en-US" dirty="0"/>
              <a:t>10) IG 42 motors x4</a:t>
            </a:r>
          </a:p>
          <a:p>
            <a:pPr marL="0" indent="0">
              <a:buNone/>
            </a:pPr>
            <a:r>
              <a:rPr lang="en-US" dirty="0"/>
              <a:t>11) MG995 Servos ×3 </a:t>
            </a:r>
          </a:p>
          <a:p>
            <a:pPr marL="0" indent="0">
              <a:buNone/>
            </a:pPr>
            <a:r>
              <a:rPr lang="en-US" dirty="0"/>
              <a:t>12) DS3115 Servo ×2 </a:t>
            </a:r>
          </a:p>
          <a:p>
            <a:pPr marL="0" indent="0">
              <a:buNone/>
            </a:pPr>
            <a:r>
              <a:rPr lang="en-US" dirty="0"/>
              <a:t>13) SG90 Servo x1 </a:t>
            </a:r>
          </a:p>
          <a:p>
            <a:pPr marL="0" indent="0">
              <a:buNone/>
            </a:pPr>
            <a:r>
              <a:rPr lang="en-US" dirty="0"/>
              <a:t>14) Buck Converters x2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9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/>
              <a:t>Hardware and Software Specifications</a:t>
            </a:r>
            <a:br>
              <a:rPr lang="en-IN" b="1"/>
            </a:br>
            <a:endParaRPr lang="en-US"/>
          </a:p>
        </p:txBody>
      </p:sp>
      <p:pic>
        <p:nvPicPr>
          <p:cNvPr id="7" name="Picture 4" descr="CPU with binary numbers and blueprint">
            <a:extLst>
              <a:ext uri="{FF2B5EF4-FFF2-40B4-BE49-F238E27FC236}">
                <a16:creationId xmlns:a16="http://schemas.microsoft.com/office/drawing/2014/main" id="{9C29D354-86AA-EAC9-7235-1C606CFC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38" r="28037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Software specifications: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KiCAD</a:t>
            </a:r>
          </a:p>
          <a:p>
            <a:pPr marL="342900" indent="-342900">
              <a:buAutoNum type="arabicParenR"/>
            </a:pPr>
            <a:r>
              <a:rPr lang="en-US" dirty="0"/>
              <a:t>Arduino IDE 2.2.1</a:t>
            </a:r>
          </a:p>
          <a:p>
            <a:pPr marL="342900" indent="-342900">
              <a:buAutoNum type="arabicParenR"/>
            </a:pPr>
            <a:r>
              <a:rPr lang="en-US" dirty="0"/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178738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AB8D-DDF6-C67B-8CF2-6C681D5A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835" y="1030288"/>
            <a:ext cx="3263390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IMplementation</a:t>
            </a:r>
          </a:p>
        </p:txBody>
      </p:sp>
      <p:sp>
        <p:nvSpPr>
          <p:cNvPr id="32" name="Rounded Rectangle 22">
            <a:extLst>
              <a:ext uri="{FF2B5EF4-FFF2-40B4-BE49-F238E27FC236}">
                <a16:creationId xmlns:a16="http://schemas.microsoft.com/office/drawing/2014/main" id="{86FD5145-ECC0-491D-A5BC-D31F54E6B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211" y="620116"/>
            <a:ext cx="2395526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18" descr="A close-up of a robot&#10;&#10;Description automatically generated">
            <a:extLst>
              <a:ext uri="{FF2B5EF4-FFF2-40B4-BE49-F238E27FC236}">
                <a16:creationId xmlns:a16="http://schemas.microsoft.com/office/drawing/2014/main" id="{41BE7B60-1F49-7A38-F542-185BDAF7B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35" y="1165913"/>
            <a:ext cx="2162991" cy="1622243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130F4120-8463-4AA1-A60F-13DAD292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633" y="3515716"/>
            <a:ext cx="2395527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robot on a metal stand&#10;&#10;Description automatically generated">
            <a:extLst>
              <a:ext uri="{FF2B5EF4-FFF2-40B4-BE49-F238E27FC236}">
                <a16:creationId xmlns:a16="http://schemas.microsoft.com/office/drawing/2014/main" id="{308A14C6-2852-B94A-5D19-EB8F105DC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14598" y="3940669"/>
            <a:ext cx="2485240" cy="1863930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B1461D2C-0D6D-418F-AF6B-9D30AAF53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360" y="620116"/>
            <a:ext cx="3687455" cy="56072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hand holding a red controller&#10;&#10;Description automatically generated">
            <a:extLst>
              <a:ext uri="{FF2B5EF4-FFF2-40B4-BE49-F238E27FC236}">
                <a16:creationId xmlns:a16="http://schemas.microsoft.com/office/drawing/2014/main" id="{D9A6229C-10E5-6DB0-0764-D0AF326FD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396754" y="1911474"/>
            <a:ext cx="5380840" cy="3026722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pic>
        <p:nvPicPr>
          <p:cNvPr id="26" name="VID-20240404-WA0076.mp4">
            <a:hlinkClick r:id="" action="ppaction://media"/>
            <a:extLst>
              <a:ext uri="{FF2B5EF4-FFF2-40B4-BE49-F238E27FC236}">
                <a16:creationId xmlns:a16="http://schemas.microsoft.com/office/drawing/2014/main" id="{F33E97FC-9605-BEC2-F415-26D6180CA8F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 rot="16200000">
            <a:off x="7913954" y="1987284"/>
            <a:ext cx="3429001" cy="3797828"/>
          </a:xfrm>
        </p:spPr>
      </p:pic>
    </p:spTree>
    <p:extLst>
      <p:ext uri="{BB962C8B-B14F-4D97-AF65-F5344CB8AC3E}">
        <p14:creationId xmlns:p14="http://schemas.microsoft.com/office/powerpoint/2010/main" val="42929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4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3DF386AD-7F39-AE1C-539D-82906A277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7D6EED-7E53-E0C6-CF61-D240A4C8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6B47-446C-670C-42DE-2789A36BC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>
                <a:sym typeface="Roboto"/>
              </a:rPr>
              <a:t>Mohd Ashiq Kamaril Yusoff's, Reza Ezuan Samin, Babul Salam Ksm Kader Ibrahim, “Wireless Mobile Robotic Arm”, ELSEVIER, ResearchGate,  December 2012, 1072-1078. </a:t>
            </a:r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5"/>
              </a:rPr>
              <a:t>https://iotdesignpro.com/articles/iot-based-robotic-arm-controlling-using-esp32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6"/>
              </a:rPr>
              <a:t>https://www.academia.edu/50180450/Design_and_implement_of_robotic_arm_and_control_of_moving_via_IoT_with_Arduino_ESP32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7"/>
              </a:rPr>
              <a:t>https://ozrobotics.com/shop/hiwonder-maxarm-robot-arm-powered-by-esp32-support-python-and-arduino-programming-standard-kit/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8"/>
              </a:rPr>
              <a:t>https://www.researchgate.net/publication/333886109_A_Cost-Efficient_Multipurpose_Service_Robot_using_Raspberry_Pi_and_6_DOF_Robotic_Arm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9"/>
              </a:rPr>
              <a:t>https://grabcad.com/library/robot-arm-83</a:t>
            </a:r>
            <a:r>
              <a:rPr lang="en-US"/>
              <a:t> </a:t>
            </a:r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10"/>
              </a:rPr>
              <a:t>https://docs.google.com/spreadsheets/d/1wXcu2AezT9oymwPx0rUag4GGjRIw_IFt9GSfBZX83_Y/edit#gid=0</a:t>
            </a:r>
            <a:r>
              <a:rPr lang="en-US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33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535D-DC0E-24D9-9F15-EFE5A3AF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450" y="2519423"/>
            <a:ext cx="10131425" cy="1456267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Algerian" pitchFamily="8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5193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388</TotalTime>
  <Words>732</Words>
  <Application>Microsoft Macintosh PowerPoint</Application>
  <PresentationFormat>Widescreen</PresentationFormat>
  <Paragraphs>68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Candara</vt:lpstr>
      <vt:lpstr>Century</vt:lpstr>
      <vt:lpstr>Celestial</vt:lpstr>
      <vt:lpstr>The Journey of Crafting a 6-DOF Robotic Arm with ESP32  </vt:lpstr>
      <vt:lpstr>Contents</vt:lpstr>
      <vt:lpstr>Section 1: Introduction to Dexterous </vt:lpstr>
      <vt:lpstr>Section 2: Literature Survey </vt:lpstr>
      <vt:lpstr>Objectives </vt:lpstr>
      <vt:lpstr>Additional Objectives</vt:lpstr>
      <vt:lpstr>Circuit Diagram</vt:lpstr>
      <vt:lpstr>Hardware and Software Specifications </vt:lpstr>
      <vt:lpstr>Hardware and Software Specifications </vt:lpstr>
      <vt:lpstr>Hardware and Software Specifications </vt:lpstr>
      <vt:lpstr>IMplementation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Journey of Crafting a 6-DOF Robotic Arm with ESP32 and Raspberry Pi 3 </dc:title>
  <dc:creator>22113_VISHAL_22_23</dc:creator>
  <cp:lastModifiedBy>22113_VISHAL_22_23</cp:lastModifiedBy>
  <cp:revision>5</cp:revision>
  <dcterms:created xsi:type="dcterms:W3CDTF">2024-04-06T02:49:30Z</dcterms:created>
  <dcterms:modified xsi:type="dcterms:W3CDTF">2024-04-06T09:21:55Z</dcterms:modified>
</cp:coreProperties>
</file>